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sldIdLst>
    <p:sldId id="285" r:id="rId5"/>
    <p:sldId id="323" r:id="rId6"/>
    <p:sldId id="332" r:id="rId7"/>
    <p:sldId id="283" r:id="rId8"/>
    <p:sldId id="336" r:id="rId9"/>
    <p:sldId id="348" r:id="rId10"/>
    <p:sldId id="350" r:id="rId11"/>
    <p:sldId id="351" r:id="rId12"/>
    <p:sldId id="337" r:id="rId13"/>
    <p:sldId id="349" r:id="rId14"/>
    <p:sldId id="338" r:id="rId15"/>
    <p:sldId id="341" r:id="rId16"/>
    <p:sldId id="335" r:id="rId17"/>
    <p:sldId id="342" r:id="rId18"/>
    <p:sldId id="343" r:id="rId19"/>
    <p:sldId id="345" r:id="rId20"/>
    <p:sldId id="347" r:id="rId21"/>
    <p:sldId id="352" r:id="rId22"/>
    <p:sldId id="346" r:id="rId23"/>
    <p:sldId id="344" r:id="rId24"/>
    <p:sldId id="353" r:id="rId25"/>
    <p:sldId id="333" r:id="rId26"/>
    <p:sldId id="334" r:id="rId27"/>
    <p:sldId id="328" r:id="rId28"/>
    <p:sldId id="35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40FF"/>
    <a:srgbClr val="3C657D"/>
    <a:srgbClr val="322F2C"/>
    <a:srgbClr val="59B5DA"/>
    <a:srgbClr val="3C3C3C"/>
    <a:srgbClr val="F07520"/>
    <a:srgbClr val="54BCEB"/>
    <a:srgbClr val="006390"/>
    <a:srgbClr val="1B6077"/>
    <a:srgbClr val="3B6E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9ADB13-3A22-CAE5-9788-543191FA8A8D}" v="3" dt="2026-01-27T23:51:03.1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70"/>
    <p:restoredTop sz="94694"/>
  </p:normalViewPr>
  <p:slideViewPr>
    <p:cSldViewPr snapToGrid="0">
      <p:cViewPr varScale="1">
        <p:scale>
          <a:sx n="121" d="100"/>
          <a:sy n="121" d="100"/>
        </p:scale>
        <p:origin x="13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037043-D10E-364A-94D7-2C62619CED15}" type="datetimeFigureOut">
              <a:rPr lang="en-US" smtClean="0"/>
              <a:t>2/18/26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1B05B-2984-7A47-A6B5-3323CED1FA80}" type="slidenum">
              <a:rPr lang="en-US" smtClean="0"/>
              <a:t>‹#›</a:t>
            </a:fld>
            <a:endParaRPr lang="en-US"/>
          </a:p>
        </p:txBody>
      </p:sp>
    </p:spTree>
    <p:extLst>
      <p:ext uri="{BB962C8B-B14F-4D97-AF65-F5344CB8AC3E}">
        <p14:creationId xmlns:p14="http://schemas.microsoft.com/office/powerpoint/2010/main" val="1691109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1E1B05B-2984-7A47-A6B5-3323CED1FA80}" type="slidenum">
              <a:rPr lang="en-US" smtClean="0"/>
              <a:t>1</a:t>
            </a:fld>
            <a:endParaRPr lang="en-US"/>
          </a:p>
        </p:txBody>
      </p:sp>
    </p:spTree>
    <p:extLst>
      <p:ext uri="{BB962C8B-B14F-4D97-AF65-F5344CB8AC3E}">
        <p14:creationId xmlns:p14="http://schemas.microsoft.com/office/powerpoint/2010/main" val="1119815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1E1B05B-2984-7A47-A6B5-3323CED1FA80}" type="slidenum">
              <a:rPr lang="en-US" smtClean="0"/>
              <a:t>2</a:t>
            </a:fld>
            <a:endParaRPr lang="en-US"/>
          </a:p>
        </p:txBody>
      </p:sp>
    </p:spTree>
    <p:extLst>
      <p:ext uri="{BB962C8B-B14F-4D97-AF65-F5344CB8AC3E}">
        <p14:creationId xmlns:p14="http://schemas.microsoft.com/office/powerpoint/2010/main" val="22552764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A15D3-038B-51E4-70CA-765109C60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DDFB82-DFC8-928F-24B7-F8B3E84BE5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F44E73-1FB6-5DCF-C4A8-936537C78B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A10A6A6-6B0E-6862-BD97-8CBA9F51D18A}"/>
              </a:ext>
            </a:extLst>
          </p:cNvPr>
          <p:cNvSpPr>
            <a:spLocks noGrp="1"/>
          </p:cNvSpPr>
          <p:nvPr>
            <p:ph type="sldNum" sz="quarter" idx="5"/>
          </p:nvPr>
        </p:nvSpPr>
        <p:spPr/>
        <p:txBody>
          <a:bodyPr/>
          <a:lstStyle/>
          <a:p>
            <a:fld id="{41E1B05B-2984-7A47-A6B5-3323CED1FA80}" type="slidenum">
              <a:rPr lang="en-US" smtClean="0"/>
              <a:t>3</a:t>
            </a:fld>
            <a:endParaRPr lang="en-US"/>
          </a:p>
        </p:txBody>
      </p:sp>
    </p:spTree>
    <p:extLst>
      <p:ext uri="{BB962C8B-B14F-4D97-AF65-F5344CB8AC3E}">
        <p14:creationId xmlns:p14="http://schemas.microsoft.com/office/powerpoint/2010/main" val="3890682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1E1B05B-2984-7A47-A6B5-3323CED1FA80}" type="slidenum">
              <a:rPr lang="en-US" smtClean="0"/>
              <a:t>4</a:t>
            </a:fld>
            <a:endParaRPr lang="en-US"/>
          </a:p>
        </p:txBody>
      </p:sp>
    </p:spTree>
    <p:extLst>
      <p:ext uri="{BB962C8B-B14F-4D97-AF65-F5344CB8AC3E}">
        <p14:creationId xmlns:p14="http://schemas.microsoft.com/office/powerpoint/2010/main" val="3159602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0FA50-7617-12FB-B914-F6408D455F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FA8AE-FAC8-DAA8-5D04-4EF6929D3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9B0B8E-F0AF-8B5F-A9DB-28C9F8B3048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EA867D-FC33-A4B8-2A25-6BC0F83E6083}"/>
              </a:ext>
            </a:extLst>
          </p:cNvPr>
          <p:cNvSpPr>
            <a:spLocks noGrp="1"/>
          </p:cNvSpPr>
          <p:nvPr>
            <p:ph type="sldNum" sz="quarter" idx="5"/>
          </p:nvPr>
        </p:nvSpPr>
        <p:spPr/>
        <p:txBody>
          <a:bodyPr/>
          <a:lstStyle/>
          <a:p>
            <a:fld id="{41E1B05B-2984-7A47-A6B5-3323CED1FA80}" type="slidenum">
              <a:rPr lang="en-US" smtClean="0"/>
              <a:t>6</a:t>
            </a:fld>
            <a:endParaRPr lang="en-US"/>
          </a:p>
        </p:txBody>
      </p:sp>
    </p:spTree>
    <p:extLst>
      <p:ext uri="{BB962C8B-B14F-4D97-AF65-F5344CB8AC3E}">
        <p14:creationId xmlns:p14="http://schemas.microsoft.com/office/powerpoint/2010/main" val="2356301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EF324-F2E7-3A24-08A3-2D678AB7A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415F63-222F-B941-25AC-D7219B5AF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274150-E4D7-E77B-DEC8-DE5F9DDA633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D122FF-6687-DA20-2817-A4C7BC3B1484}"/>
              </a:ext>
            </a:extLst>
          </p:cNvPr>
          <p:cNvSpPr>
            <a:spLocks noGrp="1"/>
          </p:cNvSpPr>
          <p:nvPr>
            <p:ph type="sldNum" sz="quarter" idx="5"/>
          </p:nvPr>
        </p:nvSpPr>
        <p:spPr/>
        <p:txBody>
          <a:bodyPr/>
          <a:lstStyle/>
          <a:p>
            <a:fld id="{41E1B05B-2984-7A47-A6B5-3323CED1FA80}" type="slidenum">
              <a:rPr lang="en-US" smtClean="0"/>
              <a:t>7</a:t>
            </a:fld>
            <a:endParaRPr lang="en-US"/>
          </a:p>
        </p:txBody>
      </p:sp>
    </p:spTree>
    <p:extLst>
      <p:ext uri="{BB962C8B-B14F-4D97-AF65-F5344CB8AC3E}">
        <p14:creationId xmlns:p14="http://schemas.microsoft.com/office/powerpoint/2010/main" val="220323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B169D-3359-AFAC-B40B-1B4E33779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3FD33-EB9E-EFCA-6042-39F34ACD3E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B5B1F-8808-8321-85B1-1AE840FE2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C7E80F5-93B9-2F7F-DDBB-313F0BDA4C0D}"/>
              </a:ext>
            </a:extLst>
          </p:cNvPr>
          <p:cNvSpPr>
            <a:spLocks noGrp="1"/>
          </p:cNvSpPr>
          <p:nvPr>
            <p:ph type="sldNum" sz="quarter" idx="5"/>
          </p:nvPr>
        </p:nvSpPr>
        <p:spPr/>
        <p:txBody>
          <a:bodyPr/>
          <a:lstStyle/>
          <a:p>
            <a:fld id="{41E1B05B-2984-7A47-A6B5-3323CED1FA80}" type="slidenum">
              <a:rPr lang="en-US" smtClean="0"/>
              <a:t>8</a:t>
            </a:fld>
            <a:endParaRPr lang="en-US"/>
          </a:p>
        </p:txBody>
      </p:sp>
    </p:spTree>
    <p:extLst>
      <p:ext uri="{BB962C8B-B14F-4D97-AF65-F5344CB8AC3E}">
        <p14:creationId xmlns:p14="http://schemas.microsoft.com/office/powerpoint/2010/main" val="2452521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C1CAE-55A8-339F-C1D9-DF9B421E7F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97D45-B314-CB82-1A32-96F2E2EAF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7A737D-B1BD-D55C-3264-A9AAEB538C1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733440-C5C4-B0F0-49D1-029BF4EB00E6}"/>
              </a:ext>
            </a:extLst>
          </p:cNvPr>
          <p:cNvSpPr>
            <a:spLocks noGrp="1"/>
          </p:cNvSpPr>
          <p:nvPr>
            <p:ph type="sldNum" sz="quarter" idx="5"/>
          </p:nvPr>
        </p:nvSpPr>
        <p:spPr/>
        <p:txBody>
          <a:bodyPr/>
          <a:lstStyle/>
          <a:p>
            <a:fld id="{41E1B05B-2984-7A47-A6B5-3323CED1FA80}" type="slidenum">
              <a:rPr lang="en-US" smtClean="0"/>
              <a:t>9</a:t>
            </a:fld>
            <a:endParaRPr lang="en-US"/>
          </a:p>
        </p:txBody>
      </p:sp>
    </p:spTree>
    <p:extLst>
      <p:ext uri="{BB962C8B-B14F-4D97-AF65-F5344CB8AC3E}">
        <p14:creationId xmlns:p14="http://schemas.microsoft.com/office/powerpoint/2010/main" val="5631030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1993F-8791-4EAB-1BB8-EE78BBB32C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88B2AC-7075-0BE1-DC2B-D4FFCD773E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69CBB-C1C2-346E-3CFF-FD56840049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F4F68C-CB9E-6687-F03B-D6D545BFA348}"/>
              </a:ext>
            </a:extLst>
          </p:cNvPr>
          <p:cNvSpPr>
            <a:spLocks noGrp="1"/>
          </p:cNvSpPr>
          <p:nvPr>
            <p:ph type="sldNum" sz="quarter" idx="5"/>
          </p:nvPr>
        </p:nvSpPr>
        <p:spPr/>
        <p:txBody>
          <a:bodyPr/>
          <a:lstStyle/>
          <a:p>
            <a:fld id="{41E1B05B-2984-7A47-A6B5-3323CED1FA80}" type="slidenum">
              <a:rPr lang="en-US" smtClean="0"/>
              <a:t>10</a:t>
            </a:fld>
            <a:endParaRPr lang="en-US"/>
          </a:p>
        </p:txBody>
      </p:sp>
    </p:spTree>
    <p:extLst>
      <p:ext uri="{BB962C8B-B14F-4D97-AF65-F5344CB8AC3E}">
        <p14:creationId xmlns:p14="http://schemas.microsoft.com/office/powerpoint/2010/main" val="14605729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AAB5B-1970-5CDE-9785-50622DC3E9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978C2-161F-9CD1-3361-6A9FE25EDA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873350-2E43-832D-7E4A-B3C3E644EF6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84FF40-F032-F640-2CBB-3512FD075B1A}"/>
              </a:ext>
            </a:extLst>
          </p:cNvPr>
          <p:cNvSpPr>
            <a:spLocks noGrp="1"/>
          </p:cNvSpPr>
          <p:nvPr>
            <p:ph type="sldNum" sz="quarter" idx="5"/>
          </p:nvPr>
        </p:nvSpPr>
        <p:spPr/>
        <p:txBody>
          <a:bodyPr/>
          <a:lstStyle/>
          <a:p>
            <a:fld id="{41E1B05B-2984-7A47-A6B5-3323CED1FA80}" type="slidenum">
              <a:rPr lang="en-US" smtClean="0"/>
              <a:t>11</a:t>
            </a:fld>
            <a:endParaRPr lang="en-US"/>
          </a:p>
        </p:txBody>
      </p:sp>
    </p:spTree>
    <p:extLst>
      <p:ext uri="{BB962C8B-B14F-4D97-AF65-F5344CB8AC3E}">
        <p14:creationId xmlns:p14="http://schemas.microsoft.com/office/powerpoint/2010/main" val="3169679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FABD3-7BD0-7E87-B3A0-5AEF29275E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DA58FE-ACDF-E66A-E4BE-7CCECAB8B6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240A04-6686-6B4C-692D-6DF5AFF9ED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AF53EC-AFBD-27A1-C1FA-B609B37D9E41}"/>
              </a:ext>
            </a:extLst>
          </p:cNvPr>
          <p:cNvSpPr>
            <a:spLocks noGrp="1"/>
          </p:cNvSpPr>
          <p:nvPr>
            <p:ph type="sldNum" sz="quarter" idx="5"/>
          </p:nvPr>
        </p:nvSpPr>
        <p:spPr/>
        <p:txBody>
          <a:bodyPr/>
          <a:lstStyle/>
          <a:p>
            <a:fld id="{41E1B05B-2984-7A47-A6B5-3323CED1FA80}" type="slidenum">
              <a:rPr lang="en-US" smtClean="0"/>
              <a:t>12</a:t>
            </a:fld>
            <a:endParaRPr lang="en-US"/>
          </a:p>
        </p:txBody>
      </p:sp>
    </p:spTree>
    <p:extLst>
      <p:ext uri="{BB962C8B-B14F-4D97-AF65-F5344CB8AC3E}">
        <p14:creationId xmlns:p14="http://schemas.microsoft.com/office/powerpoint/2010/main" val="2092312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6AE89-E872-026E-7ADF-57CC0C35D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613F0F-8467-6B12-DA61-A3CCB7DFFF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674048-18D9-F68E-396A-84D8C3FB6B1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36983D-723B-8969-BE25-7EEDE135147F}"/>
              </a:ext>
            </a:extLst>
          </p:cNvPr>
          <p:cNvSpPr>
            <a:spLocks noGrp="1"/>
          </p:cNvSpPr>
          <p:nvPr>
            <p:ph type="sldNum" sz="quarter" idx="10"/>
          </p:nvPr>
        </p:nvSpPr>
        <p:spPr/>
        <p:txBody>
          <a:bodyPr/>
          <a:lstStyle/>
          <a:p>
            <a:fld id="{41E1B05B-2984-7A47-A6B5-3323CED1FA80}" type="slidenum">
              <a:rPr lang="en-US" smtClean="0"/>
              <a:t>22</a:t>
            </a:fld>
            <a:endParaRPr lang="en-US"/>
          </a:p>
        </p:txBody>
      </p:sp>
    </p:spTree>
    <p:extLst>
      <p:ext uri="{BB962C8B-B14F-4D97-AF65-F5344CB8AC3E}">
        <p14:creationId xmlns:p14="http://schemas.microsoft.com/office/powerpoint/2010/main" val="12515184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E650A-655B-9535-F83E-23716CA712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095383-B42C-C776-9268-6405B62080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D294F5-E2E2-E5DF-F07B-4026F4DDD0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E2DB33-C5C1-61C2-9321-1C5AFA25CB56}"/>
              </a:ext>
            </a:extLst>
          </p:cNvPr>
          <p:cNvSpPr>
            <a:spLocks noGrp="1"/>
          </p:cNvSpPr>
          <p:nvPr>
            <p:ph type="sldNum" sz="quarter" idx="5"/>
          </p:nvPr>
        </p:nvSpPr>
        <p:spPr/>
        <p:txBody>
          <a:bodyPr/>
          <a:lstStyle/>
          <a:p>
            <a:fld id="{41E1B05B-2984-7A47-A6B5-3323CED1FA80}" type="slidenum">
              <a:rPr lang="en-US" smtClean="0"/>
              <a:t>23</a:t>
            </a:fld>
            <a:endParaRPr lang="en-US"/>
          </a:p>
        </p:txBody>
      </p:sp>
    </p:spTree>
    <p:extLst>
      <p:ext uri="{BB962C8B-B14F-4D97-AF65-F5344CB8AC3E}">
        <p14:creationId xmlns:p14="http://schemas.microsoft.com/office/powerpoint/2010/main" val="40077887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1E1B05B-2984-7A47-A6B5-3323CED1FA80}" type="slidenum">
              <a:rPr lang="en-US" smtClean="0"/>
              <a:t>24</a:t>
            </a:fld>
            <a:endParaRPr lang="en-US"/>
          </a:p>
        </p:txBody>
      </p:sp>
    </p:spTree>
    <p:extLst>
      <p:ext uri="{BB962C8B-B14F-4D97-AF65-F5344CB8AC3E}">
        <p14:creationId xmlns:p14="http://schemas.microsoft.com/office/powerpoint/2010/main" val="10912265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C5527-C517-AD46-9BBB-034C280C47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2EFC71-D4AC-3145-9F92-E688EEFE22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0A2EF09-57BE-5D45-83B7-D6A938F66F79}"/>
              </a:ext>
            </a:extLst>
          </p:cNvPr>
          <p:cNvSpPr>
            <a:spLocks noGrp="1"/>
          </p:cNvSpPr>
          <p:nvPr>
            <p:ph type="dt" sz="half" idx="10"/>
          </p:nvPr>
        </p:nvSpPr>
        <p:spPr/>
        <p:txBody>
          <a:bodyPr/>
          <a:lstStyle/>
          <a:p>
            <a:fld id="{E4ABB5E8-B47F-8547-9CD9-9A1BD0957EBD}" type="datetime1">
              <a:rPr lang="en-AU" smtClean="0"/>
              <a:t>18/2/2026</a:t>
            </a:fld>
            <a:endParaRPr lang="en-US"/>
          </a:p>
        </p:txBody>
      </p:sp>
      <p:sp>
        <p:nvSpPr>
          <p:cNvPr id="5" name="Footer Placeholder 4">
            <a:extLst>
              <a:ext uri="{FF2B5EF4-FFF2-40B4-BE49-F238E27FC236}">
                <a16:creationId xmlns:a16="http://schemas.microsoft.com/office/drawing/2014/main" id="{EF2DB730-E7AD-EE46-ABE1-88C7E03FA4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3A9F03-EA9C-C44E-8151-BC3649CA2CF7}"/>
              </a:ext>
            </a:extLst>
          </p:cNvPr>
          <p:cNvSpPr>
            <a:spLocks noGrp="1"/>
          </p:cNvSpPr>
          <p:nvPr>
            <p:ph type="sldNum" sz="quarter" idx="12"/>
          </p:nvPr>
        </p:nvSpPr>
        <p:spPr/>
        <p:txBody>
          <a:bodyPr/>
          <a:lstStyle/>
          <a:p>
            <a:fld id="{BA35BDA5-1927-4347-BD30-F2500A99A216}" type="slidenum">
              <a:rPr lang="en-US" smtClean="0"/>
              <a:t>‹#›</a:t>
            </a:fld>
            <a:endParaRPr lang="en-US"/>
          </a:p>
        </p:txBody>
      </p:sp>
    </p:spTree>
    <p:extLst>
      <p:ext uri="{BB962C8B-B14F-4D97-AF65-F5344CB8AC3E}">
        <p14:creationId xmlns:p14="http://schemas.microsoft.com/office/powerpoint/2010/main" val="4069973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6A8F3-2C65-284A-8DBC-3F9305AF9B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434387-5228-EA49-96B2-F2121C505F7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1CFFAC-462A-D847-82DD-923EC31811FA}"/>
              </a:ext>
            </a:extLst>
          </p:cNvPr>
          <p:cNvSpPr>
            <a:spLocks noGrp="1"/>
          </p:cNvSpPr>
          <p:nvPr>
            <p:ph type="dt" sz="half" idx="10"/>
          </p:nvPr>
        </p:nvSpPr>
        <p:spPr/>
        <p:txBody>
          <a:bodyPr/>
          <a:lstStyle/>
          <a:p>
            <a:fld id="{9F0331F6-5EAA-BA4C-AF7B-40BBB6A011D6}" type="datetime1">
              <a:rPr lang="en-AU" smtClean="0"/>
              <a:t>18/2/2026</a:t>
            </a:fld>
            <a:endParaRPr lang="en-US"/>
          </a:p>
        </p:txBody>
      </p:sp>
      <p:sp>
        <p:nvSpPr>
          <p:cNvPr id="5" name="Footer Placeholder 4">
            <a:extLst>
              <a:ext uri="{FF2B5EF4-FFF2-40B4-BE49-F238E27FC236}">
                <a16:creationId xmlns:a16="http://schemas.microsoft.com/office/drawing/2014/main" id="{8CEDE3E7-D46F-3B4A-B3E6-9469B63256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AD7B20-3550-F74B-A18E-A3420673F5B4}"/>
              </a:ext>
            </a:extLst>
          </p:cNvPr>
          <p:cNvSpPr>
            <a:spLocks noGrp="1"/>
          </p:cNvSpPr>
          <p:nvPr>
            <p:ph type="sldNum" sz="quarter" idx="12"/>
          </p:nvPr>
        </p:nvSpPr>
        <p:spPr/>
        <p:txBody>
          <a:bodyPr/>
          <a:lstStyle/>
          <a:p>
            <a:fld id="{BA35BDA5-1927-4347-BD30-F2500A99A216}" type="slidenum">
              <a:rPr lang="en-US" smtClean="0"/>
              <a:t>‹#›</a:t>
            </a:fld>
            <a:endParaRPr lang="en-US"/>
          </a:p>
        </p:txBody>
      </p:sp>
    </p:spTree>
    <p:extLst>
      <p:ext uri="{BB962C8B-B14F-4D97-AF65-F5344CB8AC3E}">
        <p14:creationId xmlns:p14="http://schemas.microsoft.com/office/powerpoint/2010/main" val="946379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07207-71B8-7C43-98B9-74593A25D7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DD1905-E296-1D49-B2FE-5A7EBD6F42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1388DDA-9C3A-BC42-834C-E852632ADD52}"/>
              </a:ext>
            </a:extLst>
          </p:cNvPr>
          <p:cNvSpPr>
            <a:spLocks noGrp="1"/>
          </p:cNvSpPr>
          <p:nvPr>
            <p:ph type="dt" sz="half" idx="10"/>
          </p:nvPr>
        </p:nvSpPr>
        <p:spPr/>
        <p:txBody>
          <a:bodyPr/>
          <a:lstStyle/>
          <a:p>
            <a:fld id="{0DCC6A23-E355-6D47-8757-A8B242262AEC}" type="datetime1">
              <a:rPr lang="en-AU" smtClean="0"/>
              <a:t>18/2/2026</a:t>
            </a:fld>
            <a:endParaRPr lang="en-US"/>
          </a:p>
        </p:txBody>
      </p:sp>
      <p:sp>
        <p:nvSpPr>
          <p:cNvPr id="5" name="Footer Placeholder 4">
            <a:extLst>
              <a:ext uri="{FF2B5EF4-FFF2-40B4-BE49-F238E27FC236}">
                <a16:creationId xmlns:a16="http://schemas.microsoft.com/office/drawing/2014/main" id="{142FB425-A1F1-5E47-98A5-1468CAA62B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09D4B2-25C3-2240-9746-16AF4CEA4CFE}"/>
              </a:ext>
            </a:extLst>
          </p:cNvPr>
          <p:cNvSpPr>
            <a:spLocks noGrp="1"/>
          </p:cNvSpPr>
          <p:nvPr>
            <p:ph type="sldNum" sz="quarter" idx="12"/>
          </p:nvPr>
        </p:nvSpPr>
        <p:spPr/>
        <p:txBody>
          <a:bodyPr/>
          <a:lstStyle/>
          <a:p>
            <a:fld id="{BA35BDA5-1927-4347-BD30-F2500A99A216}" type="slidenum">
              <a:rPr lang="en-US" smtClean="0"/>
              <a:t>‹#›</a:t>
            </a:fld>
            <a:endParaRPr lang="en-US"/>
          </a:p>
        </p:txBody>
      </p:sp>
    </p:spTree>
    <p:extLst>
      <p:ext uri="{BB962C8B-B14F-4D97-AF65-F5344CB8AC3E}">
        <p14:creationId xmlns:p14="http://schemas.microsoft.com/office/powerpoint/2010/main" val="803846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AB0C8-4A99-054B-9270-FAEEDC826E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D6E5D6-C1E3-3745-86AF-DA209C03DA2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6A3BA1-D81A-344F-8E10-375CBD34025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20DE39-3251-6A47-BD62-BCF3EE0A4D4E}"/>
              </a:ext>
            </a:extLst>
          </p:cNvPr>
          <p:cNvSpPr>
            <a:spLocks noGrp="1"/>
          </p:cNvSpPr>
          <p:nvPr>
            <p:ph type="dt" sz="half" idx="10"/>
          </p:nvPr>
        </p:nvSpPr>
        <p:spPr/>
        <p:txBody>
          <a:bodyPr/>
          <a:lstStyle/>
          <a:p>
            <a:fld id="{2F4C9984-0720-F14C-A35C-4094FF7DAC82}" type="datetime1">
              <a:rPr lang="en-AU" smtClean="0"/>
              <a:t>18/2/2026</a:t>
            </a:fld>
            <a:endParaRPr lang="en-US"/>
          </a:p>
        </p:txBody>
      </p:sp>
      <p:sp>
        <p:nvSpPr>
          <p:cNvPr id="6" name="Footer Placeholder 5">
            <a:extLst>
              <a:ext uri="{FF2B5EF4-FFF2-40B4-BE49-F238E27FC236}">
                <a16:creationId xmlns:a16="http://schemas.microsoft.com/office/drawing/2014/main" id="{60CC8A80-230D-2143-BE68-F2C2486132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1513BA-1810-B54D-8CF1-E2F452707838}"/>
              </a:ext>
            </a:extLst>
          </p:cNvPr>
          <p:cNvSpPr>
            <a:spLocks noGrp="1"/>
          </p:cNvSpPr>
          <p:nvPr>
            <p:ph type="sldNum" sz="quarter" idx="12"/>
          </p:nvPr>
        </p:nvSpPr>
        <p:spPr/>
        <p:txBody>
          <a:bodyPr/>
          <a:lstStyle/>
          <a:p>
            <a:fld id="{BA35BDA5-1927-4347-BD30-F2500A99A216}" type="slidenum">
              <a:rPr lang="en-US" smtClean="0"/>
              <a:t>‹#›</a:t>
            </a:fld>
            <a:endParaRPr lang="en-US"/>
          </a:p>
        </p:txBody>
      </p:sp>
    </p:spTree>
    <p:extLst>
      <p:ext uri="{BB962C8B-B14F-4D97-AF65-F5344CB8AC3E}">
        <p14:creationId xmlns:p14="http://schemas.microsoft.com/office/powerpoint/2010/main" val="1208475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CA337-104F-9C41-B9E3-2EC2279DDF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0F2628D-817C-DE46-97E0-B94D111094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3E23B2C-F6E1-6543-81AF-1612ECD1FD7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72DFDC-6B7A-CC46-9C66-3F8D48631E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B8A6AAB-DCEB-5B45-846F-9107F59DFA5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1941C0-ACCC-A84F-A675-F85416FAAFED}"/>
              </a:ext>
            </a:extLst>
          </p:cNvPr>
          <p:cNvSpPr>
            <a:spLocks noGrp="1"/>
          </p:cNvSpPr>
          <p:nvPr>
            <p:ph type="dt" sz="half" idx="10"/>
          </p:nvPr>
        </p:nvSpPr>
        <p:spPr/>
        <p:txBody>
          <a:bodyPr/>
          <a:lstStyle/>
          <a:p>
            <a:fld id="{1C1039CA-CA9F-0B4F-B726-7E088D6B7B48}" type="datetime1">
              <a:rPr lang="en-AU" smtClean="0"/>
              <a:t>18/2/2026</a:t>
            </a:fld>
            <a:endParaRPr lang="en-US"/>
          </a:p>
        </p:txBody>
      </p:sp>
      <p:sp>
        <p:nvSpPr>
          <p:cNvPr id="8" name="Footer Placeholder 7">
            <a:extLst>
              <a:ext uri="{FF2B5EF4-FFF2-40B4-BE49-F238E27FC236}">
                <a16:creationId xmlns:a16="http://schemas.microsoft.com/office/drawing/2014/main" id="{18E9C842-5329-FC48-8F79-29EB6AD4958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09BD86-8711-BC4B-95A9-E44F4480EF52}"/>
              </a:ext>
            </a:extLst>
          </p:cNvPr>
          <p:cNvSpPr>
            <a:spLocks noGrp="1"/>
          </p:cNvSpPr>
          <p:nvPr>
            <p:ph type="sldNum" sz="quarter" idx="12"/>
          </p:nvPr>
        </p:nvSpPr>
        <p:spPr/>
        <p:txBody>
          <a:bodyPr/>
          <a:lstStyle/>
          <a:p>
            <a:fld id="{BA35BDA5-1927-4347-BD30-F2500A99A216}" type="slidenum">
              <a:rPr lang="en-US" smtClean="0"/>
              <a:t>‹#›</a:t>
            </a:fld>
            <a:endParaRPr lang="en-US"/>
          </a:p>
        </p:txBody>
      </p:sp>
    </p:spTree>
    <p:extLst>
      <p:ext uri="{BB962C8B-B14F-4D97-AF65-F5344CB8AC3E}">
        <p14:creationId xmlns:p14="http://schemas.microsoft.com/office/powerpoint/2010/main" val="3972740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82DA9-56EF-7A4C-8BA7-854C9D7034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338645-D8F9-814A-AEB5-D6663361E5E6}"/>
              </a:ext>
            </a:extLst>
          </p:cNvPr>
          <p:cNvSpPr>
            <a:spLocks noGrp="1"/>
          </p:cNvSpPr>
          <p:nvPr>
            <p:ph type="dt" sz="half" idx="10"/>
          </p:nvPr>
        </p:nvSpPr>
        <p:spPr/>
        <p:txBody>
          <a:bodyPr/>
          <a:lstStyle/>
          <a:p>
            <a:fld id="{1AB4DAEF-7766-2646-A25A-6DA248CD3779}" type="datetime1">
              <a:rPr lang="en-AU" smtClean="0"/>
              <a:t>18/2/2026</a:t>
            </a:fld>
            <a:endParaRPr lang="en-US"/>
          </a:p>
        </p:txBody>
      </p:sp>
      <p:sp>
        <p:nvSpPr>
          <p:cNvPr id="4" name="Footer Placeholder 3">
            <a:extLst>
              <a:ext uri="{FF2B5EF4-FFF2-40B4-BE49-F238E27FC236}">
                <a16:creationId xmlns:a16="http://schemas.microsoft.com/office/drawing/2014/main" id="{699E4CCF-11A7-7243-B00B-659196C35F3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14BE85A-4BC3-0C41-8262-2D0F5B93E3A5}"/>
              </a:ext>
            </a:extLst>
          </p:cNvPr>
          <p:cNvSpPr>
            <a:spLocks noGrp="1"/>
          </p:cNvSpPr>
          <p:nvPr>
            <p:ph type="sldNum" sz="quarter" idx="12"/>
          </p:nvPr>
        </p:nvSpPr>
        <p:spPr/>
        <p:txBody>
          <a:bodyPr/>
          <a:lstStyle/>
          <a:p>
            <a:fld id="{BA35BDA5-1927-4347-BD30-F2500A99A216}" type="slidenum">
              <a:rPr lang="en-US" smtClean="0"/>
              <a:t>‹#›</a:t>
            </a:fld>
            <a:endParaRPr lang="en-US"/>
          </a:p>
        </p:txBody>
      </p:sp>
    </p:spTree>
    <p:extLst>
      <p:ext uri="{BB962C8B-B14F-4D97-AF65-F5344CB8AC3E}">
        <p14:creationId xmlns:p14="http://schemas.microsoft.com/office/powerpoint/2010/main" val="2807818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A05B4E-235D-744E-B89E-C66ADBDFE7BF}"/>
              </a:ext>
            </a:extLst>
          </p:cNvPr>
          <p:cNvSpPr>
            <a:spLocks noGrp="1"/>
          </p:cNvSpPr>
          <p:nvPr>
            <p:ph type="dt" sz="half" idx="10"/>
          </p:nvPr>
        </p:nvSpPr>
        <p:spPr/>
        <p:txBody>
          <a:bodyPr/>
          <a:lstStyle/>
          <a:p>
            <a:fld id="{44ECED63-B0E9-3D4F-9795-90FE3F6CA8C1}" type="datetime1">
              <a:rPr lang="en-AU" smtClean="0"/>
              <a:t>18/2/2026</a:t>
            </a:fld>
            <a:endParaRPr lang="en-US"/>
          </a:p>
        </p:txBody>
      </p:sp>
      <p:sp>
        <p:nvSpPr>
          <p:cNvPr id="3" name="Footer Placeholder 2">
            <a:extLst>
              <a:ext uri="{FF2B5EF4-FFF2-40B4-BE49-F238E27FC236}">
                <a16:creationId xmlns:a16="http://schemas.microsoft.com/office/drawing/2014/main" id="{0F977E72-1AEA-AB49-88FF-B4AEF98DDAC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7FD822-59A7-1545-A21F-A8184D8FA606}"/>
              </a:ext>
            </a:extLst>
          </p:cNvPr>
          <p:cNvSpPr>
            <a:spLocks noGrp="1"/>
          </p:cNvSpPr>
          <p:nvPr>
            <p:ph type="sldNum" sz="quarter" idx="12"/>
          </p:nvPr>
        </p:nvSpPr>
        <p:spPr/>
        <p:txBody>
          <a:bodyPr/>
          <a:lstStyle/>
          <a:p>
            <a:fld id="{BA35BDA5-1927-4347-BD30-F2500A99A216}" type="slidenum">
              <a:rPr lang="en-US" smtClean="0"/>
              <a:t>‹#›</a:t>
            </a:fld>
            <a:endParaRPr lang="en-US"/>
          </a:p>
        </p:txBody>
      </p:sp>
    </p:spTree>
    <p:extLst>
      <p:ext uri="{BB962C8B-B14F-4D97-AF65-F5344CB8AC3E}">
        <p14:creationId xmlns:p14="http://schemas.microsoft.com/office/powerpoint/2010/main" val="589154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6BA4D-F706-BE48-A49C-F15D7B1161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BAC2EA-B2C8-EB41-B2A2-638D60B513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897607-1F51-AC47-A346-8C5B7D9B44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B53FDD-C2F2-F744-AA9E-8E25F967027D}"/>
              </a:ext>
            </a:extLst>
          </p:cNvPr>
          <p:cNvSpPr>
            <a:spLocks noGrp="1"/>
          </p:cNvSpPr>
          <p:nvPr>
            <p:ph type="dt" sz="half" idx="10"/>
          </p:nvPr>
        </p:nvSpPr>
        <p:spPr/>
        <p:txBody>
          <a:bodyPr/>
          <a:lstStyle/>
          <a:p>
            <a:fld id="{9056C93C-D966-DC47-B62A-527B673E993A}" type="datetime1">
              <a:rPr lang="en-AU" smtClean="0"/>
              <a:t>18/2/2026</a:t>
            </a:fld>
            <a:endParaRPr lang="en-US"/>
          </a:p>
        </p:txBody>
      </p:sp>
      <p:sp>
        <p:nvSpPr>
          <p:cNvPr id="6" name="Footer Placeholder 5">
            <a:extLst>
              <a:ext uri="{FF2B5EF4-FFF2-40B4-BE49-F238E27FC236}">
                <a16:creationId xmlns:a16="http://schemas.microsoft.com/office/drawing/2014/main" id="{1550A9E2-7B22-DA4D-AF56-2146031332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76BF16-6CE0-A54C-B5A6-88076721EF6C}"/>
              </a:ext>
            </a:extLst>
          </p:cNvPr>
          <p:cNvSpPr>
            <a:spLocks noGrp="1"/>
          </p:cNvSpPr>
          <p:nvPr>
            <p:ph type="sldNum" sz="quarter" idx="12"/>
          </p:nvPr>
        </p:nvSpPr>
        <p:spPr/>
        <p:txBody>
          <a:bodyPr/>
          <a:lstStyle/>
          <a:p>
            <a:fld id="{BA35BDA5-1927-4347-BD30-F2500A99A216}" type="slidenum">
              <a:rPr lang="en-US" smtClean="0"/>
              <a:t>‹#›</a:t>
            </a:fld>
            <a:endParaRPr lang="en-US"/>
          </a:p>
        </p:txBody>
      </p:sp>
    </p:spTree>
    <p:extLst>
      <p:ext uri="{BB962C8B-B14F-4D97-AF65-F5344CB8AC3E}">
        <p14:creationId xmlns:p14="http://schemas.microsoft.com/office/powerpoint/2010/main" val="2955754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69C80-9DB9-1C4B-A185-99A7297176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F02EFDD-FD3E-E84F-B263-52A8219AF8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2341565-6A63-F543-9445-45C0351AC3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362B69D-ACCF-7C4D-9103-8B0B14649959}"/>
              </a:ext>
            </a:extLst>
          </p:cNvPr>
          <p:cNvSpPr>
            <a:spLocks noGrp="1"/>
          </p:cNvSpPr>
          <p:nvPr>
            <p:ph type="dt" sz="half" idx="10"/>
          </p:nvPr>
        </p:nvSpPr>
        <p:spPr/>
        <p:txBody>
          <a:bodyPr/>
          <a:lstStyle/>
          <a:p>
            <a:fld id="{A75CB990-8407-6D45-9E4C-CF5E636C342F}" type="datetime1">
              <a:rPr lang="en-AU" smtClean="0"/>
              <a:t>18/2/2026</a:t>
            </a:fld>
            <a:endParaRPr lang="en-US"/>
          </a:p>
        </p:txBody>
      </p:sp>
      <p:sp>
        <p:nvSpPr>
          <p:cNvPr id="6" name="Footer Placeholder 5">
            <a:extLst>
              <a:ext uri="{FF2B5EF4-FFF2-40B4-BE49-F238E27FC236}">
                <a16:creationId xmlns:a16="http://schemas.microsoft.com/office/drawing/2014/main" id="{AD637A01-38B0-1849-8AA8-310D3FA775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C51348-75F0-8440-93B5-67A15D2E72A7}"/>
              </a:ext>
            </a:extLst>
          </p:cNvPr>
          <p:cNvSpPr>
            <a:spLocks noGrp="1"/>
          </p:cNvSpPr>
          <p:nvPr>
            <p:ph type="sldNum" sz="quarter" idx="12"/>
          </p:nvPr>
        </p:nvSpPr>
        <p:spPr/>
        <p:txBody>
          <a:bodyPr/>
          <a:lstStyle/>
          <a:p>
            <a:fld id="{BA35BDA5-1927-4347-BD30-F2500A99A216}" type="slidenum">
              <a:rPr lang="en-US" smtClean="0"/>
              <a:t>‹#›</a:t>
            </a:fld>
            <a:endParaRPr lang="en-US"/>
          </a:p>
        </p:txBody>
      </p:sp>
    </p:spTree>
    <p:extLst>
      <p:ext uri="{BB962C8B-B14F-4D97-AF65-F5344CB8AC3E}">
        <p14:creationId xmlns:p14="http://schemas.microsoft.com/office/powerpoint/2010/main" val="690594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D3EAC-04CE-3842-8887-079F73D569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E3B922-B982-094A-BA4C-DE351CB1136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D4D26E-4DE4-8545-8911-8A05B7CEBF88}"/>
              </a:ext>
            </a:extLst>
          </p:cNvPr>
          <p:cNvSpPr>
            <a:spLocks noGrp="1"/>
          </p:cNvSpPr>
          <p:nvPr>
            <p:ph type="dt" sz="half" idx="10"/>
          </p:nvPr>
        </p:nvSpPr>
        <p:spPr/>
        <p:txBody>
          <a:bodyPr/>
          <a:lstStyle/>
          <a:p>
            <a:fld id="{97FF7EEB-64BF-204F-9AA2-17C2E4B8DA58}" type="datetime1">
              <a:rPr lang="en-AU" smtClean="0"/>
              <a:t>18/2/2026</a:t>
            </a:fld>
            <a:endParaRPr lang="en-US"/>
          </a:p>
        </p:txBody>
      </p:sp>
      <p:sp>
        <p:nvSpPr>
          <p:cNvPr id="5" name="Footer Placeholder 4">
            <a:extLst>
              <a:ext uri="{FF2B5EF4-FFF2-40B4-BE49-F238E27FC236}">
                <a16:creationId xmlns:a16="http://schemas.microsoft.com/office/drawing/2014/main" id="{AB88610E-B9B5-EB49-924F-61412CD107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98AD58-B243-8647-B044-88AC8CC2CBA1}"/>
              </a:ext>
            </a:extLst>
          </p:cNvPr>
          <p:cNvSpPr>
            <a:spLocks noGrp="1"/>
          </p:cNvSpPr>
          <p:nvPr>
            <p:ph type="sldNum" sz="quarter" idx="12"/>
          </p:nvPr>
        </p:nvSpPr>
        <p:spPr/>
        <p:txBody>
          <a:bodyPr/>
          <a:lstStyle/>
          <a:p>
            <a:fld id="{BA35BDA5-1927-4347-BD30-F2500A99A216}" type="slidenum">
              <a:rPr lang="en-US" smtClean="0"/>
              <a:t>‹#›</a:t>
            </a:fld>
            <a:endParaRPr lang="en-US"/>
          </a:p>
        </p:txBody>
      </p:sp>
    </p:spTree>
    <p:extLst>
      <p:ext uri="{BB962C8B-B14F-4D97-AF65-F5344CB8AC3E}">
        <p14:creationId xmlns:p14="http://schemas.microsoft.com/office/powerpoint/2010/main" val="2081464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B1257B-FA4F-EB4A-BC19-CDB3A2FADE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70D6FF-8B61-A641-A9C7-47998CD8C88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18BE4C-B4BB-5C42-8FE8-03A8C70E7ECD}"/>
              </a:ext>
            </a:extLst>
          </p:cNvPr>
          <p:cNvSpPr>
            <a:spLocks noGrp="1"/>
          </p:cNvSpPr>
          <p:nvPr>
            <p:ph type="dt" sz="half" idx="10"/>
          </p:nvPr>
        </p:nvSpPr>
        <p:spPr/>
        <p:txBody>
          <a:bodyPr/>
          <a:lstStyle/>
          <a:p>
            <a:fld id="{C8F1253D-EF44-9345-A1AE-824D0C0B40DF}" type="datetime1">
              <a:rPr lang="en-AU" smtClean="0"/>
              <a:t>18/2/2026</a:t>
            </a:fld>
            <a:endParaRPr lang="en-US"/>
          </a:p>
        </p:txBody>
      </p:sp>
      <p:sp>
        <p:nvSpPr>
          <p:cNvPr id="5" name="Footer Placeholder 4">
            <a:extLst>
              <a:ext uri="{FF2B5EF4-FFF2-40B4-BE49-F238E27FC236}">
                <a16:creationId xmlns:a16="http://schemas.microsoft.com/office/drawing/2014/main" id="{40FD1E4B-91D5-B742-8B7C-8087486C1E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54607F-F3BC-E04B-86A2-6647A2501BE7}"/>
              </a:ext>
            </a:extLst>
          </p:cNvPr>
          <p:cNvSpPr>
            <a:spLocks noGrp="1"/>
          </p:cNvSpPr>
          <p:nvPr>
            <p:ph type="sldNum" sz="quarter" idx="12"/>
          </p:nvPr>
        </p:nvSpPr>
        <p:spPr/>
        <p:txBody>
          <a:bodyPr/>
          <a:lstStyle/>
          <a:p>
            <a:fld id="{BA35BDA5-1927-4347-BD30-F2500A99A216}" type="slidenum">
              <a:rPr lang="en-US" smtClean="0"/>
              <a:t>‹#›</a:t>
            </a:fld>
            <a:endParaRPr lang="en-US"/>
          </a:p>
        </p:txBody>
      </p:sp>
    </p:spTree>
    <p:extLst>
      <p:ext uri="{BB962C8B-B14F-4D97-AF65-F5344CB8AC3E}">
        <p14:creationId xmlns:p14="http://schemas.microsoft.com/office/powerpoint/2010/main" val="28733569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8" name="Picture Placeholder 8">
            <a:extLst>
              <a:ext uri="{FF2B5EF4-FFF2-40B4-BE49-F238E27FC236}">
                <a16:creationId xmlns:a16="http://schemas.microsoft.com/office/drawing/2014/main" id="{15E7B4C7-ED30-420B-92B6-5D1D84E3E1C0}"/>
              </a:ext>
            </a:extLst>
          </p:cNvPr>
          <p:cNvSpPr>
            <a:spLocks noGrp="1" noChangeAspect="1"/>
          </p:cNvSpPr>
          <p:nvPr>
            <p:ph type="pic" sz="quarter" idx="13" hasCustomPrompt="1"/>
          </p:nvPr>
        </p:nvSpPr>
        <p:spPr>
          <a:xfrm>
            <a:off x="8229600" y="2495550"/>
            <a:ext cx="4940300" cy="4940300"/>
          </a:xfrm>
          <a:prstGeom prst="ellipse">
            <a:avLst/>
          </a:prstGeom>
          <a:pattFill prst="lgCheck">
            <a:fgClr>
              <a:schemeClr val="bg1">
                <a:lumMod val="85000"/>
              </a:schemeClr>
            </a:fgClr>
            <a:bgClr>
              <a:schemeClr val="bg1"/>
            </a:bgClr>
          </a:pattFill>
          <a:ln>
            <a:noFill/>
          </a:ln>
        </p:spPr>
        <p:txBody>
          <a:bodyPr wrap="square" anchor="ctr">
            <a:noAutofit/>
          </a:bodyPr>
          <a:lstStyle>
            <a:lvl1pPr marL="0" indent="0" algn="ctr">
              <a:buNone/>
              <a:defRPr sz="1200" baseline="0">
                <a:solidFill>
                  <a:schemeClr val="tx1"/>
                </a:solidFill>
              </a:defRPr>
            </a:lvl1pPr>
          </a:lstStyle>
          <a:p>
            <a:r>
              <a:rPr lang="en-US"/>
              <a:t>add picture here</a:t>
            </a:r>
          </a:p>
        </p:txBody>
      </p:sp>
      <p:sp>
        <p:nvSpPr>
          <p:cNvPr id="9" name="Picture Placeholder 8">
            <a:extLst>
              <a:ext uri="{FF2B5EF4-FFF2-40B4-BE49-F238E27FC236}">
                <a16:creationId xmlns:a16="http://schemas.microsoft.com/office/drawing/2014/main" id="{DE648C28-5E8B-4683-BCE0-3ED96CE063DE}"/>
              </a:ext>
            </a:extLst>
          </p:cNvPr>
          <p:cNvSpPr>
            <a:spLocks noGrp="1" noChangeAspect="1"/>
          </p:cNvSpPr>
          <p:nvPr>
            <p:ph type="pic" sz="quarter" idx="14" hasCustomPrompt="1"/>
          </p:nvPr>
        </p:nvSpPr>
        <p:spPr>
          <a:xfrm>
            <a:off x="7200900" y="4673600"/>
            <a:ext cx="2374900" cy="2374900"/>
          </a:xfrm>
          <a:prstGeom prst="ellipse">
            <a:avLst/>
          </a:prstGeom>
          <a:pattFill prst="lgCheck">
            <a:fgClr>
              <a:schemeClr val="bg1">
                <a:lumMod val="85000"/>
              </a:schemeClr>
            </a:fgClr>
            <a:bgClr>
              <a:schemeClr val="bg1"/>
            </a:bgClr>
          </a:pattFill>
          <a:ln>
            <a:noFill/>
          </a:ln>
        </p:spPr>
        <p:txBody>
          <a:bodyPr wrap="square" anchor="ctr">
            <a:noAutofit/>
          </a:bodyPr>
          <a:lstStyle>
            <a:lvl1pPr marL="0" indent="0" algn="ctr">
              <a:buNone/>
              <a:defRPr sz="1200" baseline="0">
                <a:solidFill>
                  <a:schemeClr val="tx1"/>
                </a:solidFill>
              </a:defRPr>
            </a:lvl1pPr>
          </a:lstStyle>
          <a:p>
            <a:r>
              <a:rPr lang="en-US"/>
              <a:t>add picture here</a:t>
            </a:r>
          </a:p>
        </p:txBody>
      </p:sp>
    </p:spTree>
    <p:extLst>
      <p:ext uri="{BB962C8B-B14F-4D97-AF65-F5344CB8AC3E}">
        <p14:creationId xmlns:p14="http://schemas.microsoft.com/office/powerpoint/2010/main" val="1188740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902EC8-70F4-4B43-9E88-4480D9FF3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AD66D2-8C49-EE42-8606-AA9921CAEC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EA9C9B-1E92-684A-9185-68B3F17AEC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68865E-73E3-4A42-9C0B-46848E20D5CE}" type="datetime1">
              <a:rPr lang="en-AU" smtClean="0"/>
              <a:t>18/2/2026</a:t>
            </a:fld>
            <a:endParaRPr lang="en-US"/>
          </a:p>
        </p:txBody>
      </p:sp>
      <p:sp>
        <p:nvSpPr>
          <p:cNvPr id="5" name="Footer Placeholder 4">
            <a:extLst>
              <a:ext uri="{FF2B5EF4-FFF2-40B4-BE49-F238E27FC236}">
                <a16:creationId xmlns:a16="http://schemas.microsoft.com/office/drawing/2014/main" id="{E32CAFA7-AD78-AF45-92D0-9A63F163A3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D8B346F-56B0-F740-B6E2-2EAED6E8F1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35BDA5-1927-4347-BD30-F2500A99A216}" type="slidenum">
              <a:rPr lang="en-US" smtClean="0"/>
              <a:t>‹#›</a:t>
            </a:fld>
            <a:endParaRPr lang="en-US"/>
          </a:p>
        </p:txBody>
      </p:sp>
    </p:spTree>
    <p:extLst>
      <p:ext uri="{BB962C8B-B14F-4D97-AF65-F5344CB8AC3E}">
        <p14:creationId xmlns:p14="http://schemas.microsoft.com/office/powerpoint/2010/main" val="2928613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jpe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4.jpe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13" Type="http://schemas.openxmlformats.org/officeDocument/2006/relationships/image" Target="../media/image31.png"/><Relationship Id="rId18" Type="http://schemas.openxmlformats.org/officeDocument/2006/relationships/image" Target="../media/image36.png"/><Relationship Id="rId26" Type="http://schemas.openxmlformats.org/officeDocument/2006/relationships/image" Target="../media/image44.png"/><Relationship Id="rId39" Type="http://schemas.openxmlformats.org/officeDocument/2006/relationships/image" Target="../media/image57.png"/><Relationship Id="rId21" Type="http://schemas.openxmlformats.org/officeDocument/2006/relationships/image" Target="../media/image39.png"/><Relationship Id="rId34" Type="http://schemas.openxmlformats.org/officeDocument/2006/relationships/image" Target="../media/image52.png"/><Relationship Id="rId42" Type="http://schemas.openxmlformats.org/officeDocument/2006/relationships/image" Target="../media/image60.svg"/><Relationship Id="rId7" Type="http://schemas.openxmlformats.org/officeDocument/2006/relationships/image" Target="../media/image25.png"/><Relationship Id="rId2" Type="http://schemas.openxmlformats.org/officeDocument/2006/relationships/notesSlide" Target="../notesSlides/notesSlide10.xml"/><Relationship Id="rId16" Type="http://schemas.openxmlformats.org/officeDocument/2006/relationships/image" Target="../media/image34.png"/><Relationship Id="rId29"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29.png"/><Relationship Id="rId24" Type="http://schemas.openxmlformats.org/officeDocument/2006/relationships/image" Target="../media/image42.png"/><Relationship Id="rId32" Type="http://schemas.openxmlformats.org/officeDocument/2006/relationships/image" Target="../media/image50.png"/><Relationship Id="rId37" Type="http://schemas.openxmlformats.org/officeDocument/2006/relationships/image" Target="../media/image55.png"/><Relationship Id="rId40" Type="http://schemas.openxmlformats.org/officeDocument/2006/relationships/image" Target="../media/image58.png"/><Relationship Id="rId45" Type="http://schemas.openxmlformats.org/officeDocument/2006/relationships/image" Target="../media/image63.svg"/><Relationship Id="rId5" Type="http://schemas.openxmlformats.org/officeDocument/2006/relationships/image" Target="../media/image23.png"/><Relationship Id="rId15" Type="http://schemas.openxmlformats.org/officeDocument/2006/relationships/image" Target="../media/image33.png"/><Relationship Id="rId23" Type="http://schemas.openxmlformats.org/officeDocument/2006/relationships/image" Target="../media/image41.png"/><Relationship Id="rId28" Type="http://schemas.openxmlformats.org/officeDocument/2006/relationships/image" Target="../media/image46.png"/><Relationship Id="rId36" Type="http://schemas.openxmlformats.org/officeDocument/2006/relationships/image" Target="../media/image54.png"/><Relationship Id="rId10" Type="http://schemas.openxmlformats.org/officeDocument/2006/relationships/image" Target="../media/image28.png"/><Relationship Id="rId19" Type="http://schemas.openxmlformats.org/officeDocument/2006/relationships/image" Target="../media/image37.png"/><Relationship Id="rId31" Type="http://schemas.openxmlformats.org/officeDocument/2006/relationships/image" Target="../media/image49.png"/><Relationship Id="rId44" Type="http://schemas.openxmlformats.org/officeDocument/2006/relationships/image" Target="../media/image62.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 Id="rId22" Type="http://schemas.openxmlformats.org/officeDocument/2006/relationships/image" Target="../media/image40.png"/><Relationship Id="rId27" Type="http://schemas.openxmlformats.org/officeDocument/2006/relationships/image" Target="../media/image45.png"/><Relationship Id="rId30" Type="http://schemas.openxmlformats.org/officeDocument/2006/relationships/image" Target="../media/image48.png"/><Relationship Id="rId35" Type="http://schemas.openxmlformats.org/officeDocument/2006/relationships/image" Target="../media/image53.png"/><Relationship Id="rId43" Type="http://schemas.openxmlformats.org/officeDocument/2006/relationships/image" Target="../media/image61.png"/><Relationship Id="rId8" Type="http://schemas.openxmlformats.org/officeDocument/2006/relationships/image" Target="../media/image26.png"/><Relationship Id="rId3" Type="http://schemas.openxmlformats.org/officeDocument/2006/relationships/image" Target="../media/image21.png"/><Relationship Id="rId12" Type="http://schemas.openxmlformats.org/officeDocument/2006/relationships/image" Target="../media/image30.jpeg"/><Relationship Id="rId17" Type="http://schemas.openxmlformats.org/officeDocument/2006/relationships/image" Target="../media/image35.png"/><Relationship Id="rId25" Type="http://schemas.openxmlformats.org/officeDocument/2006/relationships/image" Target="../media/image43.png"/><Relationship Id="rId33" Type="http://schemas.openxmlformats.org/officeDocument/2006/relationships/image" Target="../media/image51.png"/><Relationship Id="rId38" Type="http://schemas.openxmlformats.org/officeDocument/2006/relationships/image" Target="../media/image56.png"/><Relationship Id="rId46" Type="http://schemas.openxmlformats.org/officeDocument/2006/relationships/image" Target="../media/image64.png"/><Relationship Id="rId20" Type="http://schemas.openxmlformats.org/officeDocument/2006/relationships/image" Target="../media/image38.png"/><Relationship Id="rId41" Type="http://schemas.openxmlformats.org/officeDocument/2006/relationships/image" Target="../media/image59.png"/></Relationships>
</file>

<file path=ppt/slides/_rels/slide12.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5.png"/></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jpeg"/><Relationship Id="rId1" Type="http://schemas.openxmlformats.org/officeDocument/2006/relationships/slideLayout" Target="../slideLayouts/slideLayout2.xml"/><Relationship Id="rId5" Type="http://schemas.openxmlformats.org/officeDocument/2006/relationships/image" Target="../media/image80.jpeg"/><Relationship Id="rId4" Type="http://schemas.openxmlformats.org/officeDocument/2006/relationships/image" Target="../media/image7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2A7A8C-43C4-586C-091B-BF2BD76CE45D}"/>
              </a:ext>
            </a:extLst>
          </p:cNvPr>
          <p:cNvPicPr>
            <a:picLocks noChangeAspect="1"/>
          </p:cNvPicPr>
          <p:nvPr/>
        </p:nvPicPr>
        <p:blipFill>
          <a:blip r:embed="rId3"/>
          <a:stretch>
            <a:fillRect/>
          </a:stretch>
        </p:blipFill>
        <p:spPr>
          <a:xfrm>
            <a:off x="254876" y="372899"/>
            <a:ext cx="5630917" cy="556835"/>
          </a:xfrm>
          <a:prstGeom prst="rect">
            <a:avLst/>
          </a:prstGeom>
        </p:spPr>
      </p:pic>
      <p:pic>
        <p:nvPicPr>
          <p:cNvPr id="7" name="Picture 6">
            <a:extLst>
              <a:ext uri="{FF2B5EF4-FFF2-40B4-BE49-F238E27FC236}">
                <a16:creationId xmlns:a16="http://schemas.microsoft.com/office/drawing/2014/main" id="{B2C16378-7F35-B18B-7A02-EF6AACAB7BB2}"/>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6753451" y="372899"/>
            <a:ext cx="5085897" cy="3819197"/>
          </a:xfrm>
          <a:prstGeom prst="rect">
            <a:avLst/>
          </a:prstGeom>
        </p:spPr>
      </p:pic>
      <p:sp>
        <p:nvSpPr>
          <p:cNvPr id="8" name="Rectangle 7">
            <a:extLst>
              <a:ext uri="{FF2B5EF4-FFF2-40B4-BE49-F238E27FC236}">
                <a16:creationId xmlns:a16="http://schemas.microsoft.com/office/drawing/2014/main" id="{D95F2AF6-B8F8-1EAE-4365-7F6BCC11663C}"/>
              </a:ext>
            </a:extLst>
          </p:cNvPr>
          <p:cNvSpPr/>
          <p:nvPr/>
        </p:nvSpPr>
        <p:spPr>
          <a:xfrm>
            <a:off x="530575" y="1759277"/>
            <a:ext cx="4589749" cy="523220"/>
          </a:xfrm>
          <a:prstGeom prst="rect">
            <a:avLst/>
          </a:prstGeom>
        </p:spPr>
        <p:txBody>
          <a:bodyPr wrap="square">
            <a:spAutoFit/>
          </a:bodyPr>
          <a:lstStyle/>
          <a:p>
            <a:r>
              <a:rPr lang="en-AU" sz="2800" b="1">
                <a:solidFill>
                  <a:srgbClr val="3C657D"/>
                </a:solidFill>
                <a:effectLst/>
                <a:latin typeface="Helvetica" pitchFamily="2" charset="0"/>
              </a:rPr>
              <a:t>Title</a:t>
            </a:r>
            <a:endParaRPr lang="en-AU" sz="2800" b="1">
              <a:solidFill>
                <a:srgbClr val="3C657D"/>
              </a:solidFill>
              <a:latin typeface="Arial" panose="020B0604020202020204" pitchFamily="34" charset="0"/>
            </a:endParaRPr>
          </a:p>
        </p:txBody>
      </p:sp>
      <p:graphicFrame>
        <p:nvGraphicFramePr>
          <p:cNvPr id="9" name="Table 8">
            <a:extLst>
              <a:ext uri="{FF2B5EF4-FFF2-40B4-BE49-F238E27FC236}">
                <a16:creationId xmlns:a16="http://schemas.microsoft.com/office/drawing/2014/main" id="{4B4FE431-5570-C00C-7345-E08BD56CC0AB}"/>
              </a:ext>
            </a:extLst>
          </p:cNvPr>
          <p:cNvGraphicFramePr>
            <a:graphicFrameLocks noGrp="1"/>
          </p:cNvGraphicFramePr>
          <p:nvPr>
            <p:extLst>
              <p:ext uri="{D42A27DB-BD31-4B8C-83A1-F6EECF244321}">
                <p14:modId xmlns:p14="http://schemas.microsoft.com/office/powerpoint/2010/main" val="836719465"/>
              </p:ext>
            </p:extLst>
          </p:nvPr>
        </p:nvGraphicFramePr>
        <p:xfrm>
          <a:off x="612872" y="2444399"/>
          <a:ext cx="4905059" cy="340841"/>
        </p:xfrm>
        <a:graphic>
          <a:graphicData uri="http://schemas.openxmlformats.org/drawingml/2006/table">
            <a:tbl>
              <a:tblPr/>
              <a:tblGrid>
                <a:gridCol w="4905059">
                  <a:extLst>
                    <a:ext uri="{9D8B030D-6E8A-4147-A177-3AD203B41FA5}">
                      <a16:colId xmlns:a16="http://schemas.microsoft.com/office/drawing/2014/main" val="844280673"/>
                    </a:ext>
                  </a:extLst>
                </a:gridCol>
              </a:tblGrid>
              <a:tr h="340841">
                <a:tc>
                  <a:txBody>
                    <a:bodyPr/>
                    <a:lstStyle/>
                    <a:p>
                      <a:r>
                        <a:rPr lang="en-AU" sz="1800" b="0" i="0">
                          <a:solidFill>
                            <a:schemeClr val="tx1"/>
                          </a:solidFill>
                          <a:effectLst/>
                          <a:latin typeface="Helvetica" pitchFamily="2" charset="0"/>
                          <a:cs typeface="Arial" panose="020B0604020202020204" pitchFamily="34" charset="0"/>
                        </a:rPr>
                        <a:t>Subtitle</a:t>
                      </a:r>
                    </a:p>
                  </a:txBody>
                  <a:tcPr marL="47625" marR="47625" marT="0" marB="0">
                    <a:lnL>
                      <a:noFill/>
                    </a:lnL>
                    <a:lnR>
                      <a:noFill/>
                    </a:lnR>
                    <a:lnT>
                      <a:noFill/>
                    </a:lnT>
                    <a:lnB>
                      <a:noFill/>
                    </a:lnB>
                  </a:tcPr>
                </a:tc>
                <a:extLst>
                  <a:ext uri="{0D108BD9-81ED-4DB2-BD59-A6C34878D82A}">
                    <a16:rowId xmlns:a16="http://schemas.microsoft.com/office/drawing/2014/main" val="2435693371"/>
                  </a:ext>
                </a:extLst>
              </a:tr>
            </a:tbl>
          </a:graphicData>
        </a:graphic>
      </p:graphicFrame>
      <p:pic>
        <p:nvPicPr>
          <p:cNvPr id="13" name="Picture 12" descr="A white whale with a blue background&#10;&#10;AI-generated content may be incorrect.">
            <a:extLst>
              <a:ext uri="{FF2B5EF4-FFF2-40B4-BE49-F238E27FC236}">
                <a16:creationId xmlns:a16="http://schemas.microsoft.com/office/drawing/2014/main" id="{C11D4560-5AF9-234E-D8A4-6DC4CD72FA16}"/>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291789" y="5553436"/>
            <a:ext cx="11902206" cy="1308100"/>
          </a:xfrm>
          <a:prstGeom prst="rect">
            <a:avLst/>
          </a:prstGeom>
        </p:spPr>
      </p:pic>
    </p:spTree>
    <p:extLst>
      <p:ext uri="{BB962C8B-B14F-4D97-AF65-F5344CB8AC3E}">
        <p14:creationId xmlns:p14="http://schemas.microsoft.com/office/powerpoint/2010/main" val="2705909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63B145DB-871C-9127-AFB0-34C1122DE86D}"/>
              </a:ext>
            </a:extLst>
          </p:cNvPr>
          <p:cNvGraphicFramePr>
            <a:graphicFrameLocks noGrp="1"/>
          </p:cNvGraphicFramePr>
          <p:nvPr>
            <p:extLst>
              <p:ext uri="{D42A27DB-BD31-4B8C-83A1-F6EECF244321}">
                <p14:modId xmlns:p14="http://schemas.microsoft.com/office/powerpoint/2010/main" val="1584866976"/>
              </p:ext>
            </p:extLst>
          </p:nvPr>
        </p:nvGraphicFramePr>
        <p:xfrm>
          <a:off x="444977" y="1386646"/>
          <a:ext cx="5179977" cy="2468880"/>
        </p:xfrm>
        <a:graphic>
          <a:graphicData uri="http://schemas.openxmlformats.org/drawingml/2006/table">
            <a:tbl>
              <a:tblPr/>
              <a:tblGrid>
                <a:gridCol w="5179977">
                  <a:extLst>
                    <a:ext uri="{9D8B030D-6E8A-4147-A177-3AD203B41FA5}">
                      <a16:colId xmlns:a16="http://schemas.microsoft.com/office/drawing/2014/main" val="844280673"/>
                    </a:ext>
                  </a:extLst>
                </a:gridCol>
              </a:tblGrid>
              <a:tr h="2072737">
                <a:tc>
                  <a:txBody>
                    <a:bodyPr/>
                    <a:lstStyle/>
                    <a:p>
                      <a:r>
                        <a:rPr lang="en-AU" sz="1800" b="0" i="0" kern="1200">
                          <a:solidFill>
                            <a:schemeClr val="tx1"/>
                          </a:solidFill>
                          <a:effectLst/>
                          <a:latin typeface="Helvetica" pitchFamily="2" charset="0"/>
                          <a:ea typeface="+mn-ea"/>
                          <a:cs typeface="+mn-cs"/>
                        </a:rPr>
                        <a:t>Lorem ipsum </a:t>
                      </a:r>
                      <a:r>
                        <a:rPr lang="en-AU" sz="1800" b="0" i="0" kern="1200" err="1">
                          <a:solidFill>
                            <a:schemeClr val="tx1"/>
                          </a:solidFill>
                          <a:effectLst/>
                          <a:latin typeface="Helvetica" pitchFamily="2" charset="0"/>
                          <a:ea typeface="+mn-ea"/>
                          <a:cs typeface="+mn-cs"/>
                        </a:rPr>
                        <a:t>dolor</a:t>
                      </a:r>
                      <a:r>
                        <a:rPr lang="en-AU" sz="1800" b="0" i="0" kern="1200">
                          <a:solidFill>
                            <a:schemeClr val="tx1"/>
                          </a:solidFill>
                          <a:effectLst/>
                          <a:latin typeface="Helvetica" pitchFamily="2" charset="0"/>
                          <a:ea typeface="+mn-ea"/>
                          <a:cs typeface="+mn-cs"/>
                        </a:rPr>
                        <a:t> sit </a:t>
                      </a:r>
                      <a:r>
                        <a:rPr lang="en-AU" sz="1800" b="0" i="0" kern="1200" err="1">
                          <a:solidFill>
                            <a:schemeClr val="tx1"/>
                          </a:solidFill>
                          <a:effectLst/>
                          <a:latin typeface="Helvetica" pitchFamily="2" charset="0"/>
                          <a:ea typeface="+mn-ea"/>
                          <a:cs typeface="+mn-cs"/>
                        </a:rPr>
                        <a:t>amet</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consectetur</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adipiscing</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elit</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Suspendisse</a:t>
                      </a:r>
                      <a:r>
                        <a:rPr lang="en-AU" sz="1800" b="0" i="0" kern="1200">
                          <a:solidFill>
                            <a:schemeClr val="tx1"/>
                          </a:solidFill>
                          <a:effectLst/>
                          <a:latin typeface="Helvetica" pitchFamily="2" charset="0"/>
                          <a:ea typeface="+mn-ea"/>
                          <a:cs typeface="+mn-cs"/>
                        </a:rPr>
                        <a:t> tempus, </a:t>
                      </a:r>
                      <a:r>
                        <a:rPr lang="en-AU" sz="1800" b="0" i="0" kern="1200" err="1">
                          <a:solidFill>
                            <a:schemeClr val="tx1"/>
                          </a:solidFill>
                          <a:effectLst/>
                          <a:latin typeface="Helvetica" pitchFamily="2" charset="0"/>
                          <a:ea typeface="+mn-ea"/>
                          <a:cs typeface="+mn-cs"/>
                        </a:rPr>
                        <a:t>arcu</a:t>
                      </a:r>
                      <a:r>
                        <a:rPr lang="en-AU" sz="1800" b="0" i="0" kern="1200">
                          <a:solidFill>
                            <a:schemeClr val="tx1"/>
                          </a:solidFill>
                          <a:effectLst/>
                          <a:latin typeface="Helvetica" pitchFamily="2" charset="0"/>
                          <a:ea typeface="+mn-ea"/>
                          <a:cs typeface="+mn-cs"/>
                        </a:rPr>
                        <a:t> nec fermentum </a:t>
                      </a:r>
                      <a:r>
                        <a:rPr lang="en-AU" sz="1800" b="0" i="0" kern="1200" err="1">
                          <a:solidFill>
                            <a:schemeClr val="tx1"/>
                          </a:solidFill>
                          <a:effectLst/>
                          <a:latin typeface="Helvetica" pitchFamily="2" charset="0"/>
                          <a:ea typeface="+mn-ea"/>
                          <a:cs typeface="+mn-cs"/>
                        </a:rPr>
                        <a:t>placerat</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risus</a:t>
                      </a:r>
                      <a:r>
                        <a:rPr lang="en-AU" sz="1800" b="0" i="0" kern="1200">
                          <a:solidFill>
                            <a:schemeClr val="tx1"/>
                          </a:solidFill>
                          <a:effectLst/>
                          <a:latin typeface="Helvetica" pitchFamily="2" charset="0"/>
                          <a:ea typeface="+mn-ea"/>
                          <a:cs typeface="+mn-cs"/>
                        </a:rPr>
                        <a:t> ipsum </a:t>
                      </a:r>
                      <a:r>
                        <a:rPr lang="en-AU" sz="1800" b="0" i="0" kern="1200" err="1">
                          <a:solidFill>
                            <a:schemeClr val="tx1"/>
                          </a:solidFill>
                          <a:effectLst/>
                          <a:latin typeface="Helvetica" pitchFamily="2" charset="0"/>
                          <a:ea typeface="+mn-ea"/>
                          <a:cs typeface="+mn-cs"/>
                        </a:rPr>
                        <a:t>molestie</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turpis</a:t>
                      </a:r>
                      <a:r>
                        <a:rPr lang="en-AU" sz="1800" b="0" i="0" kern="1200">
                          <a:solidFill>
                            <a:schemeClr val="tx1"/>
                          </a:solidFill>
                          <a:effectLst/>
                          <a:latin typeface="Helvetica" pitchFamily="2" charset="0"/>
                          <a:ea typeface="+mn-ea"/>
                          <a:cs typeface="+mn-cs"/>
                        </a:rPr>
                        <a:t>, vel </a:t>
                      </a:r>
                      <a:r>
                        <a:rPr lang="en-AU" sz="1800" b="0" i="0" kern="1200" err="1">
                          <a:solidFill>
                            <a:schemeClr val="tx1"/>
                          </a:solidFill>
                          <a:effectLst/>
                          <a:latin typeface="Helvetica" pitchFamily="2" charset="0"/>
                          <a:ea typeface="+mn-ea"/>
                          <a:cs typeface="+mn-cs"/>
                        </a:rPr>
                        <a:t>malesuada</a:t>
                      </a:r>
                      <a:r>
                        <a:rPr lang="en-AU" sz="1800" b="0" i="0" kern="1200">
                          <a:solidFill>
                            <a:schemeClr val="tx1"/>
                          </a:solidFill>
                          <a:effectLst/>
                          <a:latin typeface="Helvetica" pitchFamily="2" charset="0"/>
                          <a:ea typeface="+mn-ea"/>
                          <a:cs typeface="+mn-cs"/>
                        </a:rPr>
                        <a:t> lorem libero sed </a:t>
                      </a:r>
                      <a:r>
                        <a:rPr lang="en-AU" sz="1800" b="0" i="0" kern="1200" err="1">
                          <a:solidFill>
                            <a:schemeClr val="tx1"/>
                          </a:solidFill>
                          <a:effectLst/>
                          <a:latin typeface="Helvetica" pitchFamily="2" charset="0"/>
                          <a:ea typeface="+mn-ea"/>
                          <a:cs typeface="+mn-cs"/>
                        </a:rPr>
                        <a:t>arcu</a:t>
                      </a:r>
                      <a:r>
                        <a:rPr lang="en-AU" sz="1800" b="0" i="0" kern="1200">
                          <a:solidFill>
                            <a:schemeClr val="tx1"/>
                          </a:solidFill>
                          <a:effectLst/>
                          <a:latin typeface="Helvetica" pitchFamily="2" charset="0"/>
                          <a:ea typeface="+mn-ea"/>
                          <a:cs typeface="+mn-cs"/>
                        </a:rPr>
                        <a:t>. </a:t>
                      </a:r>
                    </a:p>
                    <a:p>
                      <a:endParaRPr lang="en-AU" sz="1800" b="0" i="0" kern="1200">
                        <a:solidFill>
                          <a:schemeClr val="tx1"/>
                        </a:solidFill>
                        <a:effectLst/>
                        <a:latin typeface="Helvetica" pitchFamily="2" charset="0"/>
                        <a:ea typeface="+mn-ea"/>
                        <a:cs typeface="+mn-cs"/>
                      </a:endParaRPr>
                    </a:p>
                    <a:p>
                      <a:r>
                        <a:rPr lang="en-AU" sz="1800" b="0" i="0" kern="1200">
                          <a:solidFill>
                            <a:schemeClr val="tx1"/>
                          </a:solidFill>
                          <a:effectLst/>
                          <a:latin typeface="Helvetica" pitchFamily="2" charset="0"/>
                          <a:ea typeface="+mn-ea"/>
                          <a:cs typeface="+mn-cs"/>
                        </a:rPr>
                        <a:t>Donec pharetra ex ac eros </a:t>
                      </a:r>
                      <a:r>
                        <a:rPr lang="en-AU" sz="1800" b="0" i="0" kern="1200" err="1">
                          <a:solidFill>
                            <a:schemeClr val="tx1"/>
                          </a:solidFill>
                          <a:effectLst/>
                          <a:latin typeface="Helvetica" pitchFamily="2" charset="0"/>
                          <a:ea typeface="+mn-ea"/>
                          <a:cs typeface="+mn-cs"/>
                        </a:rPr>
                        <a:t>imperdiet</a:t>
                      </a:r>
                      <a:r>
                        <a:rPr lang="en-AU" sz="1800" b="0" i="0" kern="1200">
                          <a:solidFill>
                            <a:schemeClr val="tx1"/>
                          </a:solidFill>
                          <a:effectLst/>
                          <a:latin typeface="Helvetica" pitchFamily="2" charset="0"/>
                          <a:ea typeface="+mn-ea"/>
                          <a:cs typeface="+mn-cs"/>
                        </a:rPr>
                        <a:t>, sit </a:t>
                      </a:r>
                      <a:r>
                        <a:rPr lang="en-AU" sz="1800" b="0" i="0" kern="1200" err="1">
                          <a:solidFill>
                            <a:schemeClr val="tx1"/>
                          </a:solidFill>
                          <a:effectLst/>
                          <a:latin typeface="Helvetica" pitchFamily="2" charset="0"/>
                          <a:ea typeface="+mn-ea"/>
                          <a:cs typeface="+mn-cs"/>
                        </a:rPr>
                        <a:t>amet</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posuere</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sapien</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condimentum</a:t>
                      </a:r>
                      <a:r>
                        <a:rPr lang="en-AU" sz="1800" b="0" i="0" kern="1200">
                          <a:solidFill>
                            <a:schemeClr val="tx1"/>
                          </a:solidFill>
                          <a:effectLst/>
                          <a:latin typeface="Helvetica" pitchFamily="2" charset="0"/>
                          <a:ea typeface="+mn-ea"/>
                          <a:cs typeface="+mn-cs"/>
                        </a:rPr>
                        <a:t>. Vestibulum </a:t>
                      </a:r>
                      <a:r>
                        <a:rPr lang="en-AU" sz="1800" b="0" i="0" kern="1200" err="1">
                          <a:solidFill>
                            <a:schemeClr val="tx1"/>
                          </a:solidFill>
                          <a:effectLst/>
                          <a:latin typeface="Helvetica" pitchFamily="2" charset="0"/>
                          <a:ea typeface="+mn-ea"/>
                          <a:cs typeface="+mn-cs"/>
                        </a:rPr>
                        <a:t>placerat</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consequat</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justo</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quis</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malesuada</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massa</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commodo</a:t>
                      </a:r>
                      <a:r>
                        <a:rPr lang="en-AU" sz="1800" b="0" i="0" kern="1200">
                          <a:solidFill>
                            <a:schemeClr val="tx1"/>
                          </a:solidFill>
                          <a:effectLst/>
                          <a:latin typeface="Helvetica" pitchFamily="2" charset="0"/>
                          <a:ea typeface="+mn-ea"/>
                          <a:cs typeface="+mn-cs"/>
                        </a:rPr>
                        <a:t> id. Nunc et pharetra </a:t>
                      </a:r>
                      <a:r>
                        <a:rPr lang="en-AU" sz="1800" b="0" i="0" kern="1200" err="1">
                          <a:solidFill>
                            <a:schemeClr val="tx1"/>
                          </a:solidFill>
                          <a:effectLst/>
                          <a:latin typeface="Helvetica" pitchFamily="2" charset="0"/>
                          <a:ea typeface="+mn-ea"/>
                          <a:cs typeface="+mn-cs"/>
                        </a:rPr>
                        <a:t>felis</a:t>
                      </a:r>
                      <a:r>
                        <a:rPr lang="en-AU" sz="1800" b="0" i="0" kern="1200">
                          <a:solidFill>
                            <a:schemeClr val="tx1"/>
                          </a:solidFill>
                          <a:effectLst/>
                          <a:latin typeface="Helvetica" pitchFamily="2" charset="0"/>
                          <a:ea typeface="+mn-ea"/>
                          <a:cs typeface="+mn-cs"/>
                        </a:rPr>
                        <a:t>.</a:t>
                      </a:r>
                    </a:p>
                  </a:txBody>
                  <a:tcPr marL="47625" marR="47625" marT="0" marB="0">
                    <a:lnL>
                      <a:noFill/>
                    </a:lnL>
                    <a:lnR>
                      <a:noFill/>
                    </a:lnR>
                    <a:lnT>
                      <a:noFill/>
                    </a:lnT>
                    <a:lnB>
                      <a:noFill/>
                    </a:lnB>
                  </a:tcPr>
                </a:tc>
                <a:extLst>
                  <a:ext uri="{0D108BD9-81ED-4DB2-BD59-A6C34878D82A}">
                    <a16:rowId xmlns:a16="http://schemas.microsoft.com/office/drawing/2014/main" val="2435693371"/>
                  </a:ext>
                </a:extLst>
              </a:tr>
            </a:tbl>
          </a:graphicData>
        </a:graphic>
      </p:graphicFrame>
      <p:sp>
        <p:nvSpPr>
          <p:cNvPr id="3" name="Rectangle 2">
            <a:extLst>
              <a:ext uri="{FF2B5EF4-FFF2-40B4-BE49-F238E27FC236}">
                <a16:creationId xmlns:a16="http://schemas.microsoft.com/office/drawing/2014/main" id="{3E2076BB-9B01-512C-5AFB-7A6426232648}"/>
              </a:ext>
            </a:extLst>
          </p:cNvPr>
          <p:cNvSpPr/>
          <p:nvPr/>
        </p:nvSpPr>
        <p:spPr>
          <a:xfrm>
            <a:off x="402071" y="645024"/>
            <a:ext cx="4589749" cy="461665"/>
          </a:xfrm>
          <a:prstGeom prst="rect">
            <a:avLst/>
          </a:prstGeom>
        </p:spPr>
        <p:txBody>
          <a:bodyPr wrap="square">
            <a:spAutoFit/>
          </a:bodyPr>
          <a:lstStyle/>
          <a:p>
            <a:r>
              <a:rPr lang="en-AU" sz="2400" b="1">
                <a:solidFill>
                  <a:srgbClr val="3C657D"/>
                </a:solidFill>
                <a:effectLst/>
                <a:latin typeface="Helvetica" pitchFamily="2" charset="0"/>
              </a:rPr>
              <a:t>Heading</a:t>
            </a:r>
            <a:endParaRPr lang="en-AU" sz="2400" b="1">
              <a:solidFill>
                <a:srgbClr val="3C657D"/>
              </a:solidFill>
              <a:latin typeface="Arial" panose="020B0604020202020204" pitchFamily="34" charset="0"/>
            </a:endParaRPr>
          </a:p>
        </p:txBody>
      </p:sp>
      <p:pic>
        <p:nvPicPr>
          <p:cNvPr id="4" name="Picture 3">
            <a:extLst>
              <a:ext uri="{FF2B5EF4-FFF2-40B4-BE49-F238E27FC236}">
                <a16:creationId xmlns:a16="http://schemas.microsoft.com/office/drawing/2014/main" id="{C969FBB4-8DFD-722A-74DE-EB4F2822EFA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spTree>
    <p:extLst>
      <p:ext uri="{BB962C8B-B14F-4D97-AF65-F5344CB8AC3E}">
        <p14:creationId xmlns:p14="http://schemas.microsoft.com/office/powerpoint/2010/main" val="1213771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25E254B-1BDA-339E-D049-FF408C5A46B4}"/>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A52EABE2-D5EB-362F-FC99-B30DAEBB78EB}"/>
              </a:ext>
            </a:extLst>
          </p:cNvPr>
          <p:cNvGraphicFramePr>
            <a:graphicFrameLocks noGrp="1"/>
          </p:cNvGraphicFramePr>
          <p:nvPr>
            <p:extLst>
              <p:ext uri="{D42A27DB-BD31-4B8C-83A1-F6EECF244321}">
                <p14:modId xmlns:p14="http://schemas.microsoft.com/office/powerpoint/2010/main" val="3048287576"/>
              </p:ext>
            </p:extLst>
          </p:nvPr>
        </p:nvGraphicFramePr>
        <p:xfrm>
          <a:off x="473340" y="1356263"/>
          <a:ext cx="5179977" cy="2072737"/>
        </p:xfrm>
        <a:graphic>
          <a:graphicData uri="http://schemas.openxmlformats.org/drawingml/2006/table">
            <a:tbl>
              <a:tblPr/>
              <a:tblGrid>
                <a:gridCol w="5179977">
                  <a:extLst>
                    <a:ext uri="{9D8B030D-6E8A-4147-A177-3AD203B41FA5}">
                      <a16:colId xmlns:a16="http://schemas.microsoft.com/office/drawing/2014/main" val="844280673"/>
                    </a:ext>
                  </a:extLst>
                </a:gridCol>
              </a:tblGrid>
              <a:tr h="2072737">
                <a:tc>
                  <a:txBody>
                    <a:bodyPr/>
                    <a:lstStyle/>
                    <a:p>
                      <a:r>
                        <a:rPr lang="en-AU" sz="1800" b="1" i="0" kern="1200">
                          <a:solidFill>
                            <a:schemeClr val="tx1"/>
                          </a:solidFill>
                          <a:effectLst/>
                          <a:latin typeface="Helvetica" pitchFamily="2" charset="0"/>
                          <a:ea typeface="+mn-ea"/>
                          <a:cs typeface="+mn-cs"/>
                        </a:rPr>
                        <a:t>Subheading</a:t>
                      </a:r>
                    </a:p>
                    <a:p>
                      <a:endParaRPr lang="en-AU" sz="1800" b="1" i="0" kern="1200">
                        <a:solidFill>
                          <a:schemeClr val="tx1"/>
                        </a:solidFill>
                        <a:effectLst/>
                        <a:latin typeface="Helvetica" pitchFamily="2" charset="0"/>
                        <a:ea typeface="+mn-ea"/>
                        <a:cs typeface="+mn-cs"/>
                      </a:endParaRPr>
                    </a:p>
                    <a:p>
                      <a:r>
                        <a:rPr lang="en-AU" sz="1800" b="0" i="0" kern="1200">
                          <a:solidFill>
                            <a:schemeClr val="tx1"/>
                          </a:solidFill>
                          <a:effectLst/>
                          <a:latin typeface="Helvetica" pitchFamily="2" charset="0"/>
                          <a:ea typeface="+mn-ea"/>
                          <a:cs typeface="+mn-cs"/>
                        </a:rPr>
                        <a:t>Lorem ipsum </a:t>
                      </a:r>
                      <a:r>
                        <a:rPr lang="en-AU" sz="1800" b="0" i="0" kern="1200" err="1">
                          <a:solidFill>
                            <a:schemeClr val="tx1"/>
                          </a:solidFill>
                          <a:effectLst/>
                          <a:latin typeface="Helvetica" pitchFamily="2" charset="0"/>
                          <a:ea typeface="+mn-ea"/>
                          <a:cs typeface="+mn-cs"/>
                        </a:rPr>
                        <a:t>dolor</a:t>
                      </a:r>
                      <a:r>
                        <a:rPr lang="en-AU" sz="1800" b="0" i="0" kern="1200">
                          <a:solidFill>
                            <a:schemeClr val="tx1"/>
                          </a:solidFill>
                          <a:effectLst/>
                          <a:latin typeface="Helvetica" pitchFamily="2" charset="0"/>
                          <a:ea typeface="+mn-ea"/>
                          <a:cs typeface="+mn-cs"/>
                        </a:rPr>
                        <a:t> sit </a:t>
                      </a:r>
                      <a:r>
                        <a:rPr lang="en-AU" sz="1800" b="0" i="0" kern="1200" err="1">
                          <a:solidFill>
                            <a:schemeClr val="tx1"/>
                          </a:solidFill>
                          <a:effectLst/>
                          <a:latin typeface="Helvetica" pitchFamily="2" charset="0"/>
                          <a:ea typeface="+mn-ea"/>
                          <a:cs typeface="+mn-cs"/>
                        </a:rPr>
                        <a:t>amet</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consectetur</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adipiscing</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elit</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Suspendisse</a:t>
                      </a:r>
                      <a:r>
                        <a:rPr lang="en-AU" sz="1800" b="0" i="0" kern="1200">
                          <a:solidFill>
                            <a:schemeClr val="tx1"/>
                          </a:solidFill>
                          <a:effectLst/>
                          <a:latin typeface="Helvetica" pitchFamily="2" charset="0"/>
                          <a:ea typeface="+mn-ea"/>
                          <a:cs typeface="+mn-cs"/>
                        </a:rPr>
                        <a:t> tempus, </a:t>
                      </a:r>
                      <a:r>
                        <a:rPr lang="en-AU" sz="1800" b="0" i="0" kern="1200" err="1">
                          <a:solidFill>
                            <a:schemeClr val="tx1"/>
                          </a:solidFill>
                          <a:effectLst/>
                          <a:latin typeface="Helvetica" pitchFamily="2" charset="0"/>
                          <a:ea typeface="+mn-ea"/>
                          <a:cs typeface="+mn-cs"/>
                        </a:rPr>
                        <a:t>arcu</a:t>
                      </a:r>
                      <a:r>
                        <a:rPr lang="en-AU" sz="1800" b="0" i="0" kern="1200">
                          <a:solidFill>
                            <a:schemeClr val="tx1"/>
                          </a:solidFill>
                          <a:effectLst/>
                          <a:latin typeface="Helvetica" pitchFamily="2" charset="0"/>
                          <a:ea typeface="+mn-ea"/>
                          <a:cs typeface="+mn-cs"/>
                        </a:rPr>
                        <a:t> nec fermentum </a:t>
                      </a:r>
                      <a:r>
                        <a:rPr lang="en-AU" sz="1800" b="0" i="0" kern="1200" err="1">
                          <a:solidFill>
                            <a:schemeClr val="tx1"/>
                          </a:solidFill>
                          <a:effectLst/>
                          <a:latin typeface="Helvetica" pitchFamily="2" charset="0"/>
                          <a:ea typeface="+mn-ea"/>
                          <a:cs typeface="+mn-cs"/>
                        </a:rPr>
                        <a:t>placerat</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risus</a:t>
                      </a:r>
                      <a:r>
                        <a:rPr lang="en-AU" sz="1800" b="0" i="0" kern="1200">
                          <a:solidFill>
                            <a:schemeClr val="tx1"/>
                          </a:solidFill>
                          <a:effectLst/>
                          <a:latin typeface="Helvetica" pitchFamily="2" charset="0"/>
                          <a:ea typeface="+mn-ea"/>
                          <a:cs typeface="+mn-cs"/>
                        </a:rPr>
                        <a:t> ipsum </a:t>
                      </a:r>
                      <a:r>
                        <a:rPr lang="en-AU" sz="1800" b="0" i="0" kern="1200" err="1">
                          <a:solidFill>
                            <a:schemeClr val="tx1"/>
                          </a:solidFill>
                          <a:effectLst/>
                          <a:latin typeface="Helvetica" pitchFamily="2" charset="0"/>
                          <a:ea typeface="+mn-ea"/>
                          <a:cs typeface="+mn-cs"/>
                        </a:rPr>
                        <a:t>molestie</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turpis</a:t>
                      </a:r>
                      <a:r>
                        <a:rPr lang="en-AU" sz="1800" b="0" i="0" kern="1200">
                          <a:solidFill>
                            <a:schemeClr val="tx1"/>
                          </a:solidFill>
                          <a:effectLst/>
                          <a:latin typeface="Helvetica" pitchFamily="2" charset="0"/>
                          <a:ea typeface="+mn-ea"/>
                          <a:cs typeface="+mn-cs"/>
                        </a:rPr>
                        <a:t>, vel </a:t>
                      </a:r>
                      <a:r>
                        <a:rPr lang="en-AU" sz="1800" b="0" i="0" kern="1200" err="1">
                          <a:solidFill>
                            <a:schemeClr val="tx1"/>
                          </a:solidFill>
                          <a:effectLst/>
                          <a:latin typeface="Helvetica" pitchFamily="2" charset="0"/>
                          <a:ea typeface="+mn-ea"/>
                          <a:cs typeface="+mn-cs"/>
                        </a:rPr>
                        <a:t>malesuada</a:t>
                      </a:r>
                      <a:r>
                        <a:rPr lang="en-AU" sz="1800" b="0" i="0" kern="1200">
                          <a:solidFill>
                            <a:schemeClr val="tx1"/>
                          </a:solidFill>
                          <a:effectLst/>
                          <a:latin typeface="Helvetica" pitchFamily="2" charset="0"/>
                          <a:ea typeface="+mn-ea"/>
                          <a:cs typeface="+mn-cs"/>
                        </a:rPr>
                        <a:t> lorem libero sed </a:t>
                      </a:r>
                      <a:r>
                        <a:rPr lang="en-AU" sz="1800" b="0" i="0" kern="1200" err="1">
                          <a:solidFill>
                            <a:schemeClr val="tx1"/>
                          </a:solidFill>
                          <a:effectLst/>
                          <a:latin typeface="Helvetica" pitchFamily="2" charset="0"/>
                          <a:ea typeface="+mn-ea"/>
                          <a:cs typeface="+mn-cs"/>
                        </a:rPr>
                        <a:t>arcu</a:t>
                      </a:r>
                      <a:r>
                        <a:rPr lang="en-AU" sz="1800" b="0" i="0" kern="1200">
                          <a:solidFill>
                            <a:schemeClr val="tx1"/>
                          </a:solidFill>
                          <a:effectLst/>
                          <a:latin typeface="Helvetica" pitchFamily="2" charset="0"/>
                          <a:ea typeface="+mn-ea"/>
                          <a:cs typeface="+mn-cs"/>
                        </a:rPr>
                        <a:t>. </a:t>
                      </a:r>
                      <a:endParaRPr lang="en-AU" sz="1800" b="1" i="0" kern="1200">
                        <a:solidFill>
                          <a:schemeClr val="tx1"/>
                        </a:solidFill>
                        <a:effectLst/>
                        <a:latin typeface="Helvetica" pitchFamily="2" charset="0"/>
                        <a:ea typeface="+mn-ea"/>
                        <a:cs typeface="+mn-cs"/>
                      </a:endParaRPr>
                    </a:p>
                  </a:txBody>
                  <a:tcPr marL="47625" marR="47625" marT="0" marB="0">
                    <a:lnL>
                      <a:noFill/>
                    </a:lnL>
                    <a:lnR>
                      <a:noFill/>
                    </a:lnR>
                    <a:lnT>
                      <a:noFill/>
                    </a:lnT>
                    <a:lnB>
                      <a:noFill/>
                    </a:lnB>
                  </a:tcPr>
                </a:tc>
                <a:extLst>
                  <a:ext uri="{0D108BD9-81ED-4DB2-BD59-A6C34878D82A}">
                    <a16:rowId xmlns:a16="http://schemas.microsoft.com/office/drawing/2014/main" val="2435693371"/>
                  </a:ext>
                </a:extLst>
              </a:tr>
            </a:tbl>
          </a:graphicData>
        </a:graphic>
      </p:graphicFrame>
      <p:graphicFrame>
        <p:nvGraphicFramePr>
          <p:cNvPr id="9" name="Table 8">
            <a:extLst>
              <a:ext uri="{FF2B5EF4-FFF2-40B4-BE49-F238E27FC236}">
                <a16:creationId xmlns:a16="http://schemas.microsoft.com/office/drawing/2014/main" id="{4C5BDA4C-6F14-C22C-DE65-23EF1F11769C}"/>
              </a:ext>
            </a:extLst>
          </p:cNvPr>
          <p:cNvGraphicFramePr>
            <a:graphicFrameLocks noGrp="1"/>
          </p:cNvGraphicFramePr>
          <p:nvPr>
            <p:extLst>
              <p:ext uri="{D42A27DB-BD31-4B8C-83A1-F6EECF244321}">
                <p14:modId xmlns:p14="http://schemas.microsoft.com/office/powerpoint/2010/main" val="3383838477"/>
              </p:ext>
            </p:extLst>
          </p:nvPr>
        </p:nvGraphicFramePr>
        <p:xfrm>
          <a:off x="6231493" y="1904967"/>
          <a:ext cx="4198521" cy="2072737"/>
        </p:xfrm>
        <a:graphic>
          <a:graphicData uri="http://schemas.openxmlformats.org/drawingml/2006/table">
            <a:tbl>
              <a:tblPr/>
              <a:tblGrid>
                <a:gridCol w="4198521">
                  <a:extLst>
                    <a:ext uri="{9D8B030D-6E8A-4147-A177-3AD203B41FA5}">
                      <a16:colId xmlns:a16="http://schemas.microsoft.com/office/drawing/2014/main" val="844280673"/>
                    </a:ext>
                  </a:extLst>
                </a:gridCol>
              </a:tblGrid>
              <a:tr h="2072737">
                <a:tc>
                  <a:txBody>
                    <a:bodyPr/>
                    <a:lstStyle/>
                    <a:p>
                      <a:pPr marL="800100" lvl="1" indent="-342900">
                        <a:spcBef>
                          <a:spcPts val="600"/>
                        </a:spcBef>
                        <a:spcAft>
                          <a:spcPts val="600"/>
                        </a:spcAft>
                        <a:buFont typeface="Arial" panose="020B0604020202020204" pitchFamily="34" charset="0"/>
                        <a:buChar char="•"/>
                      </a:pPr>
                      <a:r>
                        <a:rPr lang="en-AU" sz="1800" b="0" i="0" kern="1200">
                          <a:solidFill>
                            <a:schemeClr val="tx1"/>
                          </a:solidFill>
                          <a:effectLst/>
                          <a:latin typeface="Helvetica" pitchFamily="2" charset="0"/>
                          <a:ea typeface="+mn-ea"/>
                          <a:cs typeface="+mn-cs"/>
                        </a:rPr>
                        <a:t>Lorem ipsum </a:t>
                      </a:r>
                      <a:r>
                        <a:rPr lang="en-AU" sz="1800" b="0" i="0" kern="1200" err="1">
                          <a:solidFill>
                            <a:schemeClr val="tx1"/>
                          </a:solidFill>
                          <a:effectLst/>
                          <a:latin typeface="Helvetica" pitchFamily="2" charset="0"/>
                          <a:ea typeface="+mn-ea"/>
                          <a:cs typeface="+mn-cs"/>
                        </a:rPr>
                        <a:t>dolor</a:t>
                      </a:r>
                      <a:r>
                        <a:rPr lang="en-AU" sz="1800" b="0" i="0" kern="1200">
                          <a:solidFill>
                            <a:schemeClr val="tx1"/>
                          </a:solidFill>
                          <a:effectLst/>
                          <a:latin typeface="Helvetica" pitchFamily="2" charset="0"/>
                          <a:ea typeface="+mn-ea"/>
                          <a:cs typeface="+mn-cs"/>
                        </a:rPr>
                        <a:t> sit </a:t>
                      </a:r>
                      <a:r>
                        <a:rPr lang="en-AU" sz="1800" b="0" i="0" kern="1200" err="1">
                          <a:solidFill>
                            <a:schemeClr val="tx1"/>
                          </a:solidFill>
                          <a:effectLst/>
                          <a:latin typeface="Helvetica" pitchFamily="2" charset="0"/>
                          <a:ea typeface="+mn-ea"/>
                          <a:cs typeface="+mn-cs"/>
                        </a:rPr>
                        <a:t>amet</a:t>
                      </a:r>
                      <a:endParaRPr lang="en-AU" sz="1800" b="0" i="0" kern="1200">
                        <a:solidFill>
                          <a:schemeClr val="tx1"/>
                        </a:solidFill>
                        <a:effectLst/>
                        <a:latin typeface="Helvetica" pitchFamily="2" charset="0"/>
                        <a:ea typeface="+mn-ea"/>
                        <a:cs typeface="+mn-cs"/>
                      </a:endParaRPr>
                    </a:p>
                    <a:p>
                      <a:pPr marL="800100" lvl="1" indent="-342900">
                        <a:spcBef>
                          <a:spcPts val="600"/>
                        </a:spcBef>
                        <a:spcAft>
                          <a:spcPts val="600"/>
                        </a:spcAft>
                        <a:buFont typeface="Arial" panose="020B0604020202020204" pitchFamily="34" charset="0"/>
                        <a:buChar char="•"/>
                      </a:pPr>
                      <a:r>
                        <a:rPr lang="en-AU" sz="1800" b="0" i="0" kern="1200">
                          <a:solidFill>
                            <a:schemeClr val="tx1"/>
                          </a:solidFill>
                          <a:effectLst/>
                          <a:latin typeface="Helvetica" pitchFamily="2" charset="0"/>
                          <a:ea typeface="+mn-ea"/>
                          <a:cs typeface="+mn-cs"/>
                        </a:rPr>
                        <a:t>Lorem ipsum </a:t>
                      </a:r>
                      <a:r>
                        <a:rPr lang="en-AU" sz="1800" b="0" i="0" kern="1200" err="1">
                          <a:solidFill>
                            <a:schemeClr val="tx1"/>
                          </a:solidFill>
                          <a:effectLst/>
                          <a:latin typeface="Helvetica" pitchFamily="2" charset="0"/>
                          <a:ea typeface="+mn-ea"/>
                          <a:cs typeface="+mn-cs"/>
                        </a:rPr>
                        <a:t>dolor</a:t>
                      </a:r>
                      <a:r>
                        <a:rPr lang="en-AU" sz="1800" b="0" i="0" kern="1200">
                          <a:solidFill>
                            <a:schemeClr val="tx1"/>
                          </a:solidFill>
                          <a:effectLst/>
                          <a:latin typeface="Helvetica" pitchFamily="2" charset="0"/>
                          <a:ea typeface="+mn-ea"/>
                          <a:cs typeface="+mn-cs"/>
                        </a:rPr>
                        <a:t> sit </a:t>
                      </a:r>
                      <a:r>
                        <a:rPr lang="en-AU" sz="1800" b="0" i="0" kern="1200" err="1">
                          <a:solidFill>
                            <a:schemeClr val="tx1"/>
                          </a:solidFill>
                          <a:effectLst/>
                          <a:latin typeface="Helvetica" pitchFamily="2" charset="0"/>
                          <a:ea typeface="+mn-ea"/>
                          <a:cs typeface="+mn-cs"/>
                        </a:rPr>
                        <a:t>amet</a:t>
                      </a:r>
                      <a:endParaRPr lang="en-AU" sz="1800" b="0" i="0" kern="1200">
                        <a:solidFill>
                          <a:schemeClr val="tx1"/>
                        </a:solidFill>
                        <a:effectLst/>
                        <a:latin typeface="Helvetica" pitchFamily="2" charset="0"/>
                        <a:ea typeface="+mn-ea"/>
                        <a:cs typeface="+mn-cs"/>
                      </a:endParaRPr>
                    </a:p>
                    <a:p>
                      <a:pPr marL="800100" lvl="1" indent="-342900">
                        <a:spcBef>
                          <a:spcPts val="600"/>
                        </a:spcBef>
                        <a:spcAft>
                          <a:spcPts val="600"/>
                        </a:spcAft>
                        <a:buFont typeface="Arial" panose="020B0604020202020204" pitchFamily="34" charset="0"/>
                        <a:buChar char="•"/>
                      </a:pPr>
                      <a:r>
                        <a:rPr lang="en-AU" sz="1800" b="0" i="0" kern="1200">
                          <a:solidFill>
                            <a:schemeClr val="tx1"/>
                          </a:solidFill>
                          <a:effectLst/>
                          <a:latin typeface="Helvetica" pitchFamily="2" charset="0"/>
                          <a:ea typeface="+mn-ea"/>
                          <a:cs typeface="+mn-cs"/>
                        </a:rPr>
                        <a:t>Lorem ipsum </a:t>
                      </a:r>
                      <a:r>
                        <a:rPr lang="en-AU" sz="1800" b="0" i="0" kern="1200" err="1">
                          <a:solidFill>
                            <a:schemeClr val="tx1"/>
                          </a:solidFill>
                          <a:effectLst/>
                          <a:latin typeface="Helvetica" pitchFamily="2" charset="0"/>
                          <a:ea typeface="+mn-ea"/>
                          <a:cs typeface="+mn-cs"/>
                        </a:rPr>
                        <a:t>dolor</a:t>
                      </a:r>
                      <a:r>
                        <a:rPr lang="en-AU" sz="1800" b="0" i="0" kern="1200">
                          <a:solidFill>
                            <a:schemeClr val="tx1"/>
                          </a:solidFill>
                          <a:effectLst/>
                          <a:latin typeface="Helvetica" pitchFamily="2" charset="0"/>
                          <a:ea typeface="+mn-ea"/>
                          <a:cs typeface="+mn-cs"/>
                        </a:rPr>
                        <a:t> sit </a:t>
                      </a:r>
                      <a:r>
                        <a:rPr lang="en-AU" sz="1800" b="0" i="0" kern="1200" err="1">
                          <a:solidFill>
                            <a:schemeClr val="tx1"/>
                          </a:solidFill>
                          <a:effectLst/>
                          <a:latin typeface="Helvetica" pitchFamily="2" charset="0"/>
                          <a:ea typeface="+mn-ea"/>
                          <a:cs typeface="+mn-cs"/>
                        </a:rPr>
                        <a:t>amet</a:t>
                      </a:r>
                      <a:endParaRPr lang="en-AU" sz="1800" b="0" i="0" kern="1200">
                        <a:solidFill>
                          <a:schemeClr val="tx1"/>
                        </a:solidFill>
                        <a:effectLst/>
                        <a:latin typeface="Helvetica" pitchFamily="2" charset="0"/>
                        <a:ea typeface="+mn-ea"/>
                        <a:cs typeface="+mn-cs"/>
                      </a:endParaRPr>
                    </a:p>
                    <a:p>
                      <a:pPr marL="800100" lvl="1" indent="-342900">
                        <a:spcBef>
                          <a:spcPts val="600"/>
                        </a:spcBef>
                        <a:spcAft>
                          <a:spcPts val="600"/>
                        </a:spcAft>
                        <a:buFont typeface="Arial" panose="020B0604020202020204" pitchFamily="34" charset="0"/>
                        <a:buChar char="•"/>
                      </a:pPr>
                      <a:r>
                        <a:rPr lang="en-AU" sz="1800" b="0" i="0" kern="1200">
                          <a:solidFill>
                            <a:schemeClr val="tx1"/>
                          </a:solidFill>
                          <a:effectLst/>
                          <a:latin typeface="Helvetica" pitchFamily="2" charset="0"/>
                          <a:ea typeface="+mn-ea"/>
                          <a:cs typeface="+mn-cs"/>
                        </a:rPr>
                        <a:t>Lorem ipsum </a:t>
                      </a:r>
                      <a:r>
                        <a:rPr lang="en-AU" sz="1800" b="0" i="0" kern="1200" err="1">
                          <a:solidFill>
                            <a:schemeClr val="tx1"/>
                          </a:solidFill>
                          <a:effectLst/>
                          <a:latin typeface="Helvetica" pitchFamily="2" charset="0"/>
                          <a:ea typeface="+mn-ea"/>
                          <a:cs typeface="+mn-cs"/>
                        </a:rPr>
                        <a:t>dolor</a:t>
                      </a:r>
                      <a:r>
                        <a:rPr lang="en-AU" sz="1800" b="0" i="0" kern="1200">
                          <a:solidFill>
                            <a:schemeClr val="tx1"/>
                          </a:solidFill>
                          <a:effectLst/>
                          <a:latin typeface="Helvetica" pitchFamily="2" charset="0"/>
                          <a:ea typeface="+mn-ea"/>
                          <a:cs typeface="+mn-cs"/>
                        </a:rPr>
                        <a:t> sit </a:t>
                      </a:r>
                      <a:r>
                        <a:rPr lang="en-AU" sz="1800" b="0" i="0" kern="1200" err="1">
                          <a:solidFill>
                            <a:schemeClr val="tx1"/>
                          </a:solidFill>
                          <a:effectLst/>
                          <a:latin typeface="Helvetica" pitchFamily="2" charset="0"/>
                          <a:ea typeface="+mn-ea"/>
                          <a:cs typeface="+mn-cs"/>
                        </a:rPr>
                        <a:t>amet</a:t>
                      </a:r>
                      <a:endParaRPr lang="en-US" sz="1800" b="0" i="0">
                        <a:latin typeface="Helvetica" pitchFamily="2" charset="0"/>
                        <a:cs typeface="Arial" panose="020B0604020202020204" pitchFamily="34" charset="0"/>
                      </a:endParaRPr>
                    </a:p>
                  </a:txBody>
                  <a:tcPr marL="47625" marR="47625" marT="0" marB="0">
                    <a:lnL>
                      <a:noFill/>
                    </a:lnL>
                    <a:lnR>
                      <a:noFill/>
                    </a:lnR>
                    <a:lnT>
                      <a:noFill/>
                    </a:lnT>
                    <a:lnB>
                      <a:noFill/>
                    </a:lnB>
                  </a:tcPr>
                </a:tc>
                <a:extLst>
                  <a:ext uri="{0D108BD9-81ED-4DB2-BD59-A6C34878D82A}">
                    <a16:rowId xmlns:a16="http://schemas.microsoft.com/office/drawing/2014/main" val="2435693371"/>
                  </a:ext>
                </a:extLst>
              </a:tr>
            </a:tbl>
          </a:graphicData>
        </a:graphic>
      </p:graphicFrame>
      <p:sp>
        <p:nvSpPr>
          <p:cNvPr id="2" name="Rectangle 1">
            <a:extLst>
              <a:ext uri="{FF2B5EF4-FFF2-40B4-BE49-F238E27FC236}">
                <a16:creationId xmlns:a16="http://schemas.microsoft.com/office/drawing/2014/main" id="{22C09249-56E7-4E7A-2E16-111352217507}"/>
              </a:ext>
            </a:extLst>
          </p:cNvPr>
          <p:cNvSpPr/>
          <p:nvPr/>
        </p:nvSpPr>
        <p:spPr>
          <a:xfrm>
            <a:off x="428324" y="645024"/>
            <a:ext cx="4589749" cy="461665"/>
          </a:xfrm>
          <a:prstGeom prst="rect">
            <a:avLst/>
          </a:prstGeom>
        </p:spPr>
        <p:txBody>
          <a:bodyPr wrap="square">
            <a:spAutoFit/>
          </a:bodyPr>
          <a:lstStyle/>
          <a:p>
            <a:r>
              <a:rPr lang="en-AU" sz="2400" b="1">
                <a:solidFill>
                  <a:srgbClr val="3C657D"/>
                </a:solidFill>
                <a:effectLst/>
                <a:latin typeface="Helvetica" pitchFamily="2" charset="0"/>
              </a:rPr>
              <a:t>Heading</a:t>
            </a:r>
            <a:endParaRPr lang="en-AU" sz="2400" b="1">
              <a:solidFill>
                <a:srgbClr val="3C657D"/>
              </a:solidFill>
              <a:latin typeface="Arial" panose="020B0604020202020204" pitchFamily="34" charset="0"/>
            </a:endParaRPr>
          </a:p>
        </p:txBody>
      </p:sp>
      <p:pic>
        <p:nvPicPr>
          <p:cNvPr id="3" name="Picture 2">
            <a:extLst>
              <a:ext uri="{FF2B5EF4-FFF2-40B4-BE49-F238E27FC236}">
                <a16:creationId xmlns:a16="http://schemas.microsoft.com/office/drawing/2014/main" id="{C6F3A767-B924-C7E4-11CC-5877D6142EB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spTree>
    <p:extLst>
      <p:ext uri="{BB962C8B-B14F-4D97-AF65-F5344CB8AC3E}">
        <p14:creationId xmlns:p14="http://schemas.microsoft.com/office/powerpoint/2010/main" val="2511929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4EAA10C-5E7E-5C51-E8EF-BB69DF9901FC}"/>
              </a:ext>
            </a:extLst>
          </p:cNvPr>
          <p:cNvSpPr/>
          <p:nvPr/>
        </p:nvSpPr>
        <p:spPr>
          <a:xfrm>
            <a:off x="445328" y="645024"/>
            <a:ext cx="4589749" cy="461665"/>
          </a:xfrm>
          <a:prstGeom prst="rect">
            <a:avLst/>
          </a:prstGeom>
        </p:spPr>
        <p:txBody>
          <a:bodyPr wrap="square">
            <a:spAutoFit/>
          </a:bodyPr>
          <a:lstStyle/>
          <a:p>
            <a:r>
              <a:rPr lang="en-AU" sz="2400" b="1">
                <a:solidFill>
                  <a:srgbClr val="3C657D"/>
                </a:solidFill>
                <a:latin typeface="Helvetica" pitchFamily="2" charset="0"/>
              </a:rPr>
              <a:t>Why was IMOS established?</a:t>
            </a:r>
            <a:endParaRPr lang="en-AU" sz="2400" b="1">
              <a:solidFill>
                <a:srgbClr val="3C657D"/>
              </a:solidFill>
              <a:latin typeface="Arial" panose="020B0604020202020204" pitchFamily="34" charset="0"/>
            </a:endParaRPr>
          </a:p>
        </p:txBody>
      </p:sp>
      <p:pic>
        <p:nvPicPr>
          <p:cNvPr id="3" name="Picture 2">
            <a:extLst>
              <a:ext uri="{FF2B5EF4-FFF2-40B4-BE49-F238E27FC236}">
                <a16:creationId xmlns:a16="http://schemas.microsoft.com/office/drawing/2014/main" id="{38B04CCB-A199-99BF-4790-B42E7E0EE5B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sp>
        <p:nvSpPr>
          <p:cNvPr id="5" name="TextBox 4">
            <a:extLst>
              <a:ext uri="{FF2B5EF4-FFF2-40B4-BE49-F238E27FC236}">
                <a16:creationId xmlns:a16="http://schemas.microsoft.com/office/drawing/2014/main" id="{9E79AFED-C9FA-4A28-A0BF-1EBEA1A559AF}"/>
              </a:ext>
            </a:extLst>
          </p:cNvPr>
          <p:cNvSpPr txBox="1"/>
          <p:nvPr/>
        </p:nvSpPr>
        <p:spPr>
          <a:xfrm>
            <a:off x="519823" y="1312479"/>
            <a:ext cx="5437714" cy="4411464"/>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a:latin typeface="Helvetica" pitchFamily="2" charset="0"/>
                <a:cs typeface="Arial" panose="020B0604020202020204" pitchFamily="34" charset="0"/>
              </a:rPr>
              <a:t>Oceans matter to Australia as a ‘blue economy’</a:t>
            </a:r>
          </a:p>
          <a:p>
            <a:pPr marL="800100" lvl="1" indent="-342900">
              <a:spcBef>
                <a:spcPts val="600"/>
              </a:spcBef>
              <a:spcAft>
                <a:spcPts val="200"/>
              </a:spcAft>
              <a:buFont typeface="Arial" panose="020B0604020202020204" pitchFamily="34" charset="0"/>
              <a:buChar char="•"/>
            </a:pPr>
            <a:r>
              <a:rPr lang="en-US" sz="1300">
                <a:latin typeface="Helvetica" pitchFamily="2" charset="0"/>
                <a:cs typeface="Arial" panose="020B0604020202020204" pitchFamily="34" charset="0"/>
              </a:rPr>
              <a:t>national safety, sovereignty and security</a:t>
            </a:r>
          </a:p>
          <a:p>
            <a:pPr marL="800100" lvl="1" indent="-342900">
              <a:spcBef>
                <a:spcPts val="600"/>
              </a:spcBef>
              <a:spcAft>
                <a:spcPts val="200"/>
              </a:spcAft>
              <a:buFont typeface="Arial" panose="020B0604020202020204" pitchFamily="34" charset="0"/>
              <a:buChar char="•"/>
            </a:pPr>
            <a:r>
              <a:rPr lang="en-US" sz="1300">
                <a:latin typeface="Helvetica" pitchFamily="2" charset="0"/>
                <a:cs typeface="Arial" panose="020B0604020202020204" pitchFamily="34" charset="0"/>
              </a:rPr>
              <a:t>energy security</a:t>
            </a:r>
          </a:p>
          <a:p>
            <a:pPr marL="800100" lvl="1" indent="-342900">
              <a:spcBef>
                <a:spcPts val="600"/>
              </a:spcBef>
              <a:spcAft>
                <a:spcPts val="200"/>
              </a:spcAft>
              <a:buFont typeface="Arial" panose="020B0604020202020204" pitchFamily="34" charset="0"/>
              <a:buChar char="•"/>
            </a:pPr>
            <a:r>
              <a:rPr lang="en-US" sz="1300">
                <a:latin typeface="Helvetica" pitchFamily="2" charset="0"/>
                <a:cs typeface="Arial" panose="020B0604020202020204" pitchFamily="34" charset="0"/>
              </a:rPr>
              <a:t>food security</a:t>
            </a:r>
          </a:p>
          <a:p>
            <a:pPr marL="800100" lvl="1" indent="-342900">
              <a:spcBef>
                <a:spcPts val="600"/>
              </a:spcBef>
              <a:spcAft>
                <a:spcPts val="200"/>
              </a:spcAft>
              <a:buFont typeface="Arial" panose="020B0604020202020204" pitchFamily="34" charset="0"/>
              <a:buChar char="•"/>
            </a:pPr>
            <a:r>
              <a:rPr lang="en-US" sz="1300">
                <a:latin typeface="Helvetica" pitchFamily="2" charset="0"/>
                <a:cs typeface="Arial" panose="020B0604020202020204" pitchFamily="34" charset="0"/>
              </a:rPr>
              <a:t>biodiversity conservation</a:t>
            </a:r>
          </a:p>
          <a:p>
            <a:pPr marL="800100" lvl="1" indent="-342900">
              <a:spcBef>
                <a:spcPts val="600"/>
              </a:spcBef>
              <a:spcAft>
                <a:spcPts val="200"/>
              </a:spcAft>
              <a:buFont typeface="Arial" panose="020B0604020202020204" pitchFamily="34" charset="0"/>
              <a:buChar char="•"/>
            </a:pPr>
            <a:r>
              <a:rPr lang="en-US" sz="1300">
                <a:latin typeface="Helvetica" pitchFamily="2" charset="0"/>
                <a:cs typeface="Arial" panose="020B0604020202020204" pitchFamily="34" charset="0"/>
              </a:rPr>
              <a:t>coastal populations</a:t>
            </a:r>
          </a:p>
          <a:p>
            <a:pPr marL="800100" lvl="1" indent="-342900">
              <a:spcBef>
                <a:spcPts val="600"/>
              </a:spcBef>
              <a:spcAft>
                <a:spcPts val="200"/>
              </a:spcAft>
              <a:buFont typeface="Arial" panose="020B0604020202020204" pitchFamily="34" charset="0"/>
              <a:buChar char="•"/>
            </a:pPr>
            <a:r>
              <a:rPr lang="en-US" sz="1300">
                <a:latin typeface="Helvetica" pitchFamily="2" charset="0"/>
                <a:cs typeface="Arial" panose="020B0604020202020204" pitchFamily="34" charset="0"/>
              </a:rPr>
              <a:t>climate change, variability, extremes</a:t>
            </a:r>
          </a:p>
          <a:p>
            <a:pPr marL="800100" lvl="1" indent="-342900">
              <a:spcBef>
                <a:spcPts val="600"/>
              </a:spcBef>
              <a:spcAft>
                <a:spcPts val="200"/>
              </a:spcAft>
              <a:buFont typeface="Arial" panose="020B0604020202020204" pitchFamily="34" charset="0"/>
              <a:buChar char="•"/>
            </a:pPr>
            <a:r>
              <a:rPr lang="en-US" sz="1300">
                <a:latin typeface="Helvetica" pitchFamily="2" charset="0"/>
                <a:cs typeface="Arial" panose="020B0604020202020204" pitchFamily="34" charset="0"/>
              </a:rPr>
              <a:t>resource allocation</a:t>
            </a:r>
          </a:p>
          <a:p>
            <a:pPr marL="342000" lvl="1" indent="-342000">
              <a:spcBef>
                <a:spcPts val="600"/>
              </a:spcBef>
              <a:spcAft>
                <a:spcPts val="600"/>
              </a:spcAft>
              <a:buFont typeface="Arial" panose="020B0604020202020204" pitchFamily="34" charset="0"/>
              <a:buChar char="•"/>
            </a:pPr>
            <a:r>
              <a:rPr lang="en-US" sz="1600">
                <a:latin typeface="Helvetica" pitchFamily="2" charset="0"/>
                <a:cs typeface="Arial" panose="020B0604020202020204" pitchFamily="34" charset="0"/>
              </a:rPr>
              <a:t>Historically, Australia’s marine observing was uncoordinated, had poor coverage, was fragmented, and not sustained</a:t>
            </a:r>
          </a:p>
          <a:p>
            <a:pPr marL="342000" lvl="1" indent="-342000">
              <a:spcBef>
                <a:spcPts val="600"/>
              </a:spcBef>
              <a:spcAft>
                <a:spcPts val="600"/>
              </a:spcAft>
              <a:buFont typeface="Arial" panose="020B0604020202020204" pitchFamily="34" charset="0"/>
              <a:buChar char="•"/>
            </a:pPr>
            <a:r>
              <a:rPr lang="en-US" sz="1600">
                <a:latin typeface="Helvetica" pitchFamily="2" charset="0"/>
                <a:cs typeface="Arial" panose="020B0604020202020204" pitchFamily="34" charset="0"/>
              </a:rPr>
              <a:t>IMOS was established in 2006-7 to address these critical issues</a:t>
            </a:r>
          </a:p>
          <a:p>
            <a:pPr marL="342000" lvl="1" indent="-342000">
              <a:spcBef>
                <a:spcPts val="600"/>
              </a:spcBef>
              <a:spcAft>
                <a:spcPts val="600"/>
              </a:spcAft>
              <a:buFont typeface="Arial" panose="020B0604020202020204" pitchFamily="34" charset="0"/>
              <a:buChar char="•"/>
            </a:pPr>
            <a:endParaRPr lang="en-US" sz="1500">
              <a:latin typeface="Helvetica" pitchFamily="2" charset="0"/>
              <a:cs typeface="Arial" panose="020B0604020202020204" pitchFamily="34" charset="0"/>
            </a:endParaRPr>
          </a:p>
        </p:txBody>
      </p:sp>
      <p:pic>
        <p:nvPicPr>
          <p:cNvPr id="4" name="Picture 3" descr="A beach with trees and water&#10;&#10;Description automatically generated with medium confidence">
            <a:extLst>
              <a:ext uri="{FF2B5EF4-FFF2-40B4-BE49-F238E27FC236}">
                <a16:creationId xmlns:a16="http://schemas.microsoft.com/office/drawing/2014/main" id="{3132EE02-2FE2-12D1-FFBA-874740576224}"/>
              </a:ext>
            </a:extLst>
          </p:cNvPr>
          <p:cNvPicPr>
            <a:picLocks noChangeAspect="1"/>
          </p:cNvPicPr>
          <p:nvPr/>
        </p:nvPicPr>
        <p:blipFill>
          <a:blip r:embed="rId4"/>
          <a:stretch>
            <a:fillRect/>
          </a:stretch>
        </p:blipFill>
        <p:spPr>
          <a:xfrm>
            <a:off x="6553200" y="134257"/>
            <a:ext cx="5486400" cy="5486400"/>
          </a:xfrm>
          <a:prstGeom prst="rect">
            <a:avLst/>
          </a:prstGeom>
        </p:spPr>
      </p:pic>
    </p:spTree>
    <p:extLst>
      <p:ext uri="{BB962C8B-B14F-4D97-AF65-F5344CB8AC3E}">
        <p14:creationId xmlns:p14="http://schemas.microsoft.com/office/powerpoint/2010/main" val="3463354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C6AC40-1754-EBF1-C8F8-F1353AD78896}"/>
              </a:ext>
            </a:extLst>
          </p:cNvPr>
          <p:cNvSpPr/>
          <p:nvPr/>
        </p:nvSpPr>
        <p:spPr>
          <a:xfrm>
            <a:off x="350982" y="645024"/>
            <a:ext cx="8529729" cy="461665"/>
          </a:xfrm>
          <a:prstGeom prst="rect">
            <a:avLst/>
          </a:prstGeom>
        </p:spPr>
        <p:txBody>
          <a:bodyPr wrap="square">
            <a:spAutoFit/>
          </a:bodyPr>
          <a:lstStyle/>
          <a:p>
            <a:r>
              <a:rPr lang="en-AU" sz="2400" b="1">
                <a:solidFill>
                  <a:srgbClr val="3C657D"/>
                </a:solidFill>
                <a:latin typeface="Helvetica" pitchFamily="2" charset="0"/>
              </a:rPr>
              <a:t>What is the Integrated Marine Observing System?</a:t>
            </a:r>
            <a:endParaRPr lang="en-AU" sz="2400" b="1">
              <a:solidFill>
                <a:srgbClr val="3C657D"/>
              </a:solidFill>
              <a:latin typeface="Arial" panose="020B0604020202020204" pitchFamily="34" charset="0"/>
            </a:endParaRPr>
          </a:p>
        </p:txBody>
      </p:sp>
      <p:sp>
        <p:nvSpPr>
          <p:cNvPr id="3" name="TextBox 2">
            <a:extLst>
              <a:ext uri="{FF2B5EF4-FFF2-40B4-BE49-F238E27FC236}">
                <a16:creationId xmlns:a16="http://schemas.microsoft.com/office/drawing/2014/main" id="{E9C46706-10D5-FFFD-5E32-37C89F8FF26C}"/>
              </a:ext>
            </a:extLst>
          </p:cNvPr>
          <p:cNvSpPr txBox="1"/>
          <p:nvPr/>
        </p:nvSpPr>
        <p:spPr>
          <a:xfrm>
            <a:off x="350982" y="1901952"/>
            <a:ext cx="3390801" cy="1508105"/>
          </a:xfrm>
          <a:prstGeom prst="rect">
            <a:avLst/>
          </a:prstGeom>
          <a:noFill/>
        </p:spPr>
        <p:txBody>
          <a:bodyPr wrap="square" rtlCol="0">
            <a:spAutoFit/>
          </a:bodyPr>
          <a:lstStyle/>
          <a:p>
            <a:pPr>
              <a:spcBef>
                <a:spcPts val="600"/>
              </a:spcBef>
              <a:spcAft>
                <a:spcPts val="600"/>
              </a:spcAft>
            </a:pPr>
            <a:r>
              <a:rPr lang="en-US" b="1">
                <a:latin typeface="Helvetica" pitchFamily="2" charset="0"/>
                <a:cs typeface="Arial" panose="020B0604020202020204" pitchFamily="34" charset="0"/>
              </a:rPr>
              <a:t>1. National</a:t>
            </a:r>
          </a:p>
          <a:p>
            <a:pPr marL="342000" lvl="1" indent="-342000">
              <a:spcBef>
                <a:spcPts val="600"/>
              </a:spcBef>
              <a:spcAft>
                <a:spcPts val="600"/>
              </a:spcAft>
              <a:buFont typeface="Arial" panose="020B0604020202020204" pitchFamily="34" charset="0"/>
              <a:buChar char="•"/>
            </a:pPr>
            <a:r>
              <a:rPr lang="en-US" sz="1600">
                <a:latin typeface="Helvetica" pitchFamily="2" charset="0"/>
                <a:cs typeface="Arial" panose="020B0604020202020204" pitchFamily="34" charset="0"/>
              </a:rPr>
              <a:t>National Collaborative Research Infrastructure Strategy - Department of Education</a:t>
            </a:r>
          </a:p>
        </p:txBody>
      </p:sp>
      <p:pic>
        <p:nvPicPr>
          <p:cNvPr id="4" name="Picture 3">
            <a:extLst>
              <a:ext uri="{FF2B5EF4-FFF2-40B4-BE49-F238E27FC236}">
                <a16:creationId xmlns:a16="http://schemas.microsoft.com/office/drawing/2014/main" id="{58C74E79-9AD0-E91B-94F2-2461F14C8BB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graphicFrame>
        <p:nvGraphicFramePr>
          <p:cNvPr id="5" name="Table 4">
            <a:extLst>
              <a:ext uri="{FF2B5EF4-FFF2-40B4-BE49-F238E27FC236}">
                <a16:creationId xmlns:a16="http://schemas.microsoft.com/office/drawing/2014/main" id="{6928C085-CE5E-D1EA-1C65-8B85A01FDAF8}"/>
              </a:ext>
            </a:extLst>
          </p:cNvPr>
          <p:cNvGraphicFramePr>
            <a:graphicFrameLocks noGrp="1"/>
          </p:cNvGraphicFramePr>
          <p:nvPr>
            <p:extLst>
              <p:ext uri="{D42A27DB-BD31-4B8C-83A1-F6EECF244321}">
                <p14:modId xmlns:p14="http://schemas.microsoft.com/office/powerpoint/2010/main" val="1063244310"/>
              </p:ext>
            </p:extLst>
          </p:nvPr>
        </p:nvGraphicFramePr>
        <p:xfrm>
          <a:off x="451566" y="1356263"/>
          <a:ext cx="10303665" cy="545689"/>
        </p:xfrm>
        <a:graphic>
          <a:graphicData uri="http://schemas.openxmlformats.org/drawingml/2006/table">
            <a:tbl>
              <a:tblPr/>
              <a:tblGrid>
                <a:gridCol w="10303665">
                  <a:extLst>
                    <a:ext uri="{9D8B030D-6E8A-4147-A177-3AD203B41FA5}">
                      <a16:colId xmlns:a16="http://schemas.microsoft.com/office/drawing/2014/main" val="844280673"/>
                    </a:ext>
                  </a:extLst>
                </a:gridCol>
              </a:tblGrid>
              <a:tr h="545689">
                <a:tc>
                  <a:txBody>
                    <a:bodyPr/>
                    <a:lstStyle/>
                    <a:p>
                      <a:r>
                        <a:rPr lang="en-AU" sz="1800" b="0" i="0" kern="1200">
                          <a:solidFill>
                            <a:schemeClr val="tx1"/>
                          </a:solidFill>
                          <a:effectLst/>
                          <a:latin typeface="Helvetica" pitchFamily="2" charset="0"/>
                          <a:ea typeface="+mn-ea"/>
                          <a:cs typeface="+mn-cs"/>
                        </a:rPr>
                        <a:t>IMOS is a national, collaborative, research infrastructure, funded by the Australian Government.</a:t>
                      </a:r>
                    </a:p>
                  </a:txBody>
                  <a:tcPr marL="47625" marR="47625" marT="0" marB="0">
                    <a:lnL>
                      <a:noFill/>
                    </a:lnL>
                    <a:lnR>
                      <a:noFill/>
                    </a:lnR>
                    <a:lnT>
                      <a:noFill/>
                    </a:lnT>
                    <a:lnB>
                      <a:noFill/>
                    </a:lnB>
                  </a:tcPr>
                </a:tc>
                <a:extLst>
                  <a:ext uri="{0D108BD9-81ED-4DB2-BD59-A6C34878D82A}">
                    <a16:rowId xmlns:a16="http://schemas.microsoft.com/office/drawing/2014/main" val="2435693371"/>
                  </a:ext>
                </a:extLst>
              </a:tr>
            </a:tbl>
          </a:graphicData>
        </a:graphic>
      </p:graphicFrame>
      <p:sp>
        <p:nvSpPr>
          <p:cNvPr id="6" name="TextBox 5">
            <a:extLst>
              <a:ext uri="{FF2B5EF4-FFF2-40B4-BE49-F238E27FC236}">
                <a16:creationId xmlns:a16="http://schemas.microsoft.com/office/drawing/2014/main" id="{2045D92B-0266-6361-6CDE-A886741F790C}"/>
              </a:ext>
            </a:extLst>
          </p:cNvPr>
          <p:cNvSpPr txBox="1"/>
          <p:nvPr/>
        </p:nvSpPr>
        <p:spPr>
          <a:xfrm>
            <a:off x="3936142" y="1924529"/>
            <a:ext cx="3390801" cy="4939814"/>
          </a:xfrm>
          <a:prstGeom prst="rect">
            <a:avLst/>
          </a:prstGeom>
          <a:noFill/>
        </p:spPr>
        <p:txBody>
          <a:bodyPr wrap="square" rtlCol="0">
            <a:spAutoFit/>
          </a:bodyPr>
          <a:lstStyle/>
          <a:p>
            <a:pPr>
              <a:spcBef>
                <a:spcPts val="600"/>
              </a:spcBef>
              <a:spcAft>
                <a:spcPts val="600"/>
              </a:spcAft>
            </a:pPr>
            <a:r>
              <a:rPr lang="en-US" b="1">
                <a:latin typeface="Helvetica" pitchFamily="2" charset="0"/>
                <a:cs typeface="Arial" panose="020B0604020202020204" pitchFamily="34" charset="0"/>
              </a:rPr>
              <a:t>2. Collaborative</a:t>
            </a:r>
          </a:p>
          <a:p>
            <a:pPr marL="342000" lvl="1" indent="-342000">
              <a:spcBef>
                <a:spcPts val="600"/>
              </a:spcBef>
              <a:spcAft>
                <a:spcPts val="600"/>
              </a:spcAft>
              <a:buFont typeface="Arial" panose="020B0604020202020204" pitchFamily="34" charset="0"/>
              <a:buChar char="•"/>
            </a:pPr>
            <a:r>
              <a:rPr lang="en-US" sz="1600">
                <a:latin typeface="Helvetica" pitchFamily="2" charset="0"/>
                <a:cs typeface="Arial" panose="020B0604020202020204" pitchFamily="34" charset="0"/>
              </a:rPr>
              <a:t>University of Tasmania (lead agent)</a:t>
            </a:r>
          </a:p>
          <a:p>
            <a:pPr marL="342000" lvl="1" indent="-342000">
              <a:spcBef>
                <a:spcPts val="600"/>
              </a:spcBef>
              <a:spcAft>
                <a:spcPts val="600"/>
              </a:spcAft>
              <a:buFont typeface="Arial" panose="020B0604020202020204" pitchFamily="34" charset="0"/>
              <a:buChar char="•"/>
            </a:pPr>
            <a:r>
              <a:rPr lang="en-US" sz="1600">
                <a:latin typeface="Helvetica" pitchFamily="2" charset="0"/>
                <a:cs typeface="Arial" panose="020B0604020202020204" pitchFamily="34" charset="0"/>
              </a:rPr>
              <a:t>Australian Institute of Marine Science</a:t>
            </a:r>
          </a:p>
          <a:p>
            <a:pPr marL="342000" lvl="1" indent="-342000">
              <a:spcBef>
                <a:spcPts val="600"/>
              </a:spcBef>
              <a:spcAft>
                <a:spcPts val="600"/>
              </a:spcAft>
              <a:buFont typeface="Arial" panose="020B0604020202020204" pitchFamily="34" charset="0"/>
              <a:buChar char="•"/>
            </a:pPr>
            <a:r>
              <a:rPr lang="en-US" sz="1600">
                <a:latin typeface="Helvetica" pitchFamily="2" charset="0"/>
                <a:cs typeface="Arial" panose="020B0604020202020204" pitchFamily="34" charset="0"/>
              </a:rPr>
              <a:t>Bureau of Meteorology</a:t>
            </a:r>
          </a:p>
          <a:p>
            <a:pPr marL="342000" lvl="1" indent="-342000">
              <a:spcBef>
                <a:spcPts val="600"/>
              </a:spcBef>
              <a:spcAft>
                <a:spcPts val="600"/>
              </a:spcAft>
              <a:buFont typeface="Arial" panose="020B0604020202020204" pitchFamily="34" charset="0"/>
              <a:buChar char="•"/>
            </a:pPr>
            <a:r>
              <a:rPr lang="en-US" sz="1600">
                <a:latin typeface="Helvetica" pitchFamily="2" charset="0"/>
                <a:cs typeface="Arial" panose="020B0604020202020204" pitchFamily="34" charset="0"/>
              </a:rPr>
              <a:t>CSIRO</a:t>
            </a:r>
          </a:p>
          <a:p>
            <a:pPr marL="342000" lvl="1" indent="-342000">
              <a:spcBef>
                <a:spcPts val="600"/>
              </a:spcBef>
              <a:spcAft>
                <a:spcPts val="600"/>
              </a:spcAft>
              <a:buFont typeface="Arial" panose="020B0604020202020204" pitchFamily="34" charset="0"/>
              <a:buChar char="•"/>
            </a:pPr>
            <a:r>
              <a:rPr lang="en-US" sz="1600">
                <a:latin typeface="Helvetica" pitchFamily="2" charset="0"/>
                <a:cs typeface="Arial" panose="020B0604020202020204" pitchFamily="34" charset="0"/>
              </a:rPr>
              <a:t>South Australian Research and Development Institute</a:t>
            </a:r>
          </a:p>
          <a:p>
            <a:pPr marL="342000" lvl="1" indent="-342000">
              <a:spcBef>
                <a:spcPts val="600"/>
              </a:spcBef>
              <a:spcAft>
                <a:spcPts val="600"/>
              </a:spcAft>
              <a:buFont typeface="Arial" panose="020B0604020202020204" pitchFamily="34" charset="0"/>
              <a:buChar char="•"/>
            </a:pPr>
            <a:r>
              <a:rPr lang="en-US" sz="1600">
                <a:latin typeface="Helvetica" pitchFamily="2" charset="0"/>
                <a:cs typeface="Arial" panose="020B0604020202020204" pitchFamily="34" charset="0"/>
              </a:rPr>
              <a:t>University of WA</a:t>
            </a:r>
          </a:p>
          <a:p>
            <a:pPr marL="342000" lvl="1" indent="-342000">
              <a:spcBef>
                <a:spcPts val="600"/>
              </a:spcBef>
              <a:spcAft>
                <a:spcPts val="600"/>
              </a:spcAft>
              <a:buFont typeface="Arial" panose="020B0604020202020204" pitchFamily="34" charset="0"/>
              <a:buChar char="•"/>
            </a:pPr>
            <a:r>
              <a:rPr lang="en-US" sz="1600">
                <a:latin typeface="Helvetica" pitchFamily="2" charset="0"/>
                <a:cs typeface="Arial" panose="020B0604020202020204" pitchFamily="34" charset="0"/>
              </a:rPr>
              <a:t>Sydney Institute for Marine Science</a:t>
            </a:r>
          </a:p>
          <a:p>
            <a:pPr marL="342000" lvl="1" indent="-342000">
              <a:spcBef>
                <a:spcPts val="600"/>
              </a:spcBef>
              <a:spcAft>
                <a:spcPts val="600"/>
              </a:spcAft>
              <a:buFont typeface="Arial" panose="020B0604020202020204" pitchFamily="34" charset="0"/>
              <a:buChar char="•"/>
            </a:pPr>
            <a:endParaRPr lang="en-US" sz="1600">
              <a:latin typeface="Helvetica" pitchFamily="2" charset="0"/>
              <a:cs typeface="Arial" panose="020B0604020202020204" pitchFamily="34" charset="0"/>
            </a:endParaRPr>
          </a:p>
          <a:p>
            <a:pPr marL="342000" lvl="1" indent="-342000">
              <a:spcBef>
                <a:spcPts val="600"/>
              </a:spcBef>
              <a:spcAft>
                <a:spcPts val="600"/>
              </a:spcAft>
              <a:buFont typeface="Arial" panose="020B0604020202020204" pitchFamily="34" charset="0"/>
              <a:buChar char="•"/>
            </a:pPr>
            <a:endParaRPr lang="en-US" sz="1500">
              <a:latin typeface="Helvetica" pitchFamily="2" charset="0"/>
              <a:cs typeface="Arial" panose="020B0604020202020204" pitchFamily="34" charset="0"/>
            </a:endParaRPr>
          </a:p>
        </p:txBody>
      </p:sp>
      <p:sp>
        <p:nvSpPr>
          <p:cNvPr id="7" name="TextBox 6">
            <a:extLst>
              <a:ext uri="{FF2B5EF4-FFF2-40B4-BE49-F238E27FC236}">
                <a16:creationId xmlns:a16="http://schemas.microsoft.com/office/drawing/2014/main" id="{A0BD1E4B-8375-6C31-4388-DDD85C09E0DC}"/>
              </a:ext>
            </a:extLst>
          </p:cNvPr>
          <p:cNvSpPr txBox="1"/>
          <p:nvPr/>
        </p:nvSpPr>
        <p:spPr>
          <a:xfrm>
            <a:off x="7749902" y="1924529"/>
            <a:ext cx="3390801" cy="1908215"/>
          </a:xfrm>
          <a:prstGeom prst="rect">
            <a:avLst/>
          </a:prstGeom>
          <a:noFill/>
        </p:spPr>
        <p:txBody>
          <a:bodyPr wrap="square" rtlCol="0">
            <a:spAutoFit/>
          </a:bodyPr>
          <a:lstStyle/>
          <a:p>
            <a:pPr>
              <a:spcBef>
                <a:spcPts val="600"/>
              </a:spcBef>
              <a:spcAft>
                <a:spcPts val="600"/>
              </a:spcAft>
            </a:pPr>
            <a:r>
              <a:rPr lang="en-US" b="1">
                <a:latin typeface="Helvetica" pitchFamily="2" charset="0"/>
                <a:cs typeface="Arial" panose="020B0604020202020204" pitchFamily="34" charset="0"/>
              </a:rPr>
              <a:t>3. Research Infrastructure</a:t>
            </a:r>
          </a:p>
          <a:p>
            <a:pPr marL="342000" lvl="1" indent="-342000">
              <a:spcBef>
                <a:spcPts val="600"/>
              </a:spcBef>
              <a:spcAft>
                <a:spcPts val="600"/>
              </a:spcAft>
              <a:buFont typeface="Arial" panose="020B0604020202020204" pitchFamily="34" charset="0"/>
              <a:buChar char="•"/>
            </a:pPr>
            <a:r>
              <a:rPr lang="en-US" sz="1600">
                <a:latin typeface="Helvetica" pitchFamily="2" charset="0"/>
                <a:cs typeface="Arial" panose="020B0604020202020204" pitchFamily="34" charset="0"/>
              </a:rPr>
              <a:t>Systematic and sustained observing of the marine environment</a:t>
            </a:r>
          </a:p>
          <a:p>
            <a:pPr marL="342000" lvl="1" indent="-342000">
              <a:spcBef>
                <a:spcPts val="600"/>
              </a:spcBef>
              <a:spcAft>
                <a:spcPts val="600"/>
              </a:spcAft>
              <a:buFont typeface="Arial" panose="020B0604020202020204" pitchFamily="34" charset="0"/>
              <a:buChar char="•"/>
            </a:pPr>
            <a:r>
              <a:rPr lang="en-US" sz="1600">
                <a:latin typeface="Helvetica" pitchFamily="2" charset="0"/>
                <a:cs typeface="Arial" panose="020B0604020202020204" pitchFamily="34" charset="0"/>
              </a:rPr>
              <a:t>Open data access for scientific research and other purposes</a:t>
            </a:r>
          </a:p>
        </p:txBody>
      </p:sp>
      <p:pic>
        <p:nvPicPr>
          <p:cNvPr id="9" name="Picture 8" descr="A logo with a black background&#10;&#10;Description automatically generated">
            <a:extLst>
              <a:ext uri="{FF2B5EF4-FFF2-40B4-BE49-F238E27FC236}">
                <a16:creationId xmlns:a16="http://schemas.microsoft.com/office/drawing/2014/main" id="{0952A627-375A-9C60-B8C0-69473A0D63D1}"/>
              </a:ext>
            </a:extLst>
          </p:cNvPr>
          <p:cNvPicPr>
            <a:picLocks noChangeAspect="1"/>
          </p:cNvPicPr>
          <p:nvPr/>
        </p:nvPicPr>
        <p:blipFill>
          <a:blip r:embed="rId3"/>
          <a:stretch>
            <a:fillRect/>
          </a:stretch>
        </p:blipFill>
        <p:spPr>
          <a:xfrm>
            <a:off x="789894" y="3524464"/>
            <a:ext cx="2208895" cy="1599545"/>
          </a:xfrm>
          <a:prstGeom prst="rect">
            <a:avLst/>
          </a:prstGeom>
        </p:spPr>
      </p:pic>
    </p:spTree>
    <p:extLst>
      <p:ext uri="{BB962C8B-B14F-4D97-AF65-F5344CB8AC3E}">
        <p14:creationId xmlns:p14="http://schemas.microsoft.com/office/powerpoint/2010/main" val="4197269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A566560-0544-6ADF-372E-45138598F34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B117B1E-7B8C-FF7B-CAB1-CDDF680B783C}"/>
              </a:ext>
            </a:extLst>
          </p:cNvPr>
          <p:cNvSpPr/>
          <p:nvPr/>
        </p:nvSpPr>
        <p:spPr>
          <a:xfrm>
            <a:off x="387269" y="645024"/>
            <a:ext cx="4589749" cy="461665"/>
          </a:xfrm>
          <a:prstGeom prst="rect">
            <a:avLst/>
          </a:prstGeom>
        </p:spPr>
        <p:txBody>
          <a:bodyPr wrap="square">
            <a:spAutoFit/>
          </a:bodyPr>
          <a:lstStyle/>
          <a:p>
            <a:r>
              <a:rPr lang="en-AU" sz="2400" b="1">
                <a:solidFill>
                  <a:srgbClr val="3B6E8F"/>
                </a:solidFill>
                <a:latin typeface="Helvetica" pitchFamily="2" charset="0"/>
              </a:rPr>
              <a:t>Observing the impact of IMOS</a:t>
            </a:r>
            <a:endParaRPr lang="en-AU" sz="2400" b="1">
              <a:solidFill>
                <a:srgbClr val="3B6E8F"/>
              </a:solidFill>
              <a:latin typeface="Arial" panose="020B0604020202020204" pitchFamily="34" charset="0"/>
            </a:endParaRPr>
          </a:p>
        </p:txBody>
      </p:sp>
      <p:pic>
        <p:nvPicPr>
          <p:cNvPr id="3" name="Picture 2">
            <a:extLst>
              <a:ext uri="{FF2B5EF4-FFF2-40B4-BE49-F238E27FC236}">
                <a16:creationId xmlns:a16="http://schemas.microsoft.com/office/drawing/2014/main" id="{A608FDCF-AEAA-3E99-5627-9179A9063D8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graphicFrame>
        <p:nvGraphicFramePr>
          <p:cNvPr id="2" name="Table 1">
            <a:extLst>
              <a:ext uri="{FF2B5EF4-FFF2-40B4-BE49-F238E27FC236}">
                <a16:creationId xmlns:a16="http://schemas.microsoft.com/office/drawing/2014/main" id="{43CF6B8E-4601-F0F5-9B6A-E441B735F33D}"/>
              </a:ext>
            </a:extLst>
          </p:cNvPr>
          <p:cNvGraphicFramePr>
            <a:graphicFrameLocks noGrp="1"/>
          </p:cNvGraphicFramePr>
          <p:nvPr>
            <p:extLst>
              <p:ext uri="{D42A27DB-BD31-4B8C-83A1-F6EECF244321}">
                <p14:modId xmlns:p14="http://schemas.microsoft.com/office/powerpoint/2010/main" val="21769491"/>
              </p:ext>
            </p:extLst>
          </p:nvPr>
        </p:nvGraphicFramePr>
        <p:xfrm>
          <a:off x="487853" y="1386646"/>
          <a:ext cx="5179977" cy="4389120"/>
        </p:xfrm>
        <a:graphic>
          <a:graphicData uri="http://schemas.openxmlformats.org/drawingml/2006/table">
            <a:tbl>
              <a:tblPr/>
              <a:tblGrid>
                <a:gridCol w="5179977">
                  <a:extLst>
                    <a:ext uri="{9D8B030D-6E8A-4147-A177-3AD203B41FA5}">
                      <a16:colId xmlns:a16="http://schemas.microsoft.com/office/drawing/2014/main" val="844280673"/>
                    </a:ext>
                  </a:extLst>
                </a:gridCol>
              </a:tblGrid>
              <a:tr h="2072737">
                <a:tc>
                  <a:txBody>
                    <a:bodyPr/>
                    <a:lstStyle/>
                    <a:p>
                      <a:r>
                        <a:rPr lang="en-AU" sz="1800" b="0" i="0" kern="1200">
                          <a:solidFill>
                            <a:schemeClr val="tx1"/>
                          </a:solidFill>
                          <a:effectLst/>
                          <a:latin typeface="Helvetica" pitchFamily="2" charset="0"/>
                          <a:ea typeface="+mn-ea"/>
                          <a:cs typeface="+mn-cs"/>
                        </a:rPr>
                        <a:t>As a research infrastructure, IMOS delivers high quality marine and climate data to Australia’s scientists, students, industries and other stakeholders for their use in research and operational activities. </a:t>
                      </a:r>
                    </a:p>
                    <a:p>
                      <a:endParaRPr lang="en-AU" sz="1800" b="0" i="0" kern="1200">
                        <a:solidFill>
                          <a:schemeClr val="tx1"/>
                        </a:solidFill>
                        <a:effectLst/>
                        <a:latin typeface="Helvetica" pitchFamily="2" charset="0"/>
                        <a:ea typeface="+mn-ea"/>
                        <a:cs typeface="+mn-cs"/>
                      </a:endParaRPr>
                    </a:p>
                    <a:p>
                      <a:r>
                        <a:rPr lang="en-AU" sz="1800" b="0" i="0" kern="1200">
                          <a:solidFill>
                            <a:schemeClr val="tx1"/>
                          </a:solidFill>
                          <a:effectLst/>
                          <a:latin typeface="Helvetica" pitchFamily="2" charset="0"/>
                          <a:ea typeface="+mn-ea"/>
                          <a:cs typeface="+mn-cs"/>
                        </a:rPr>
                        <a:t>IMOS data is taken up and used thousands of times, creating impact and benefits at local, national and global scales. </a:t>
                      </a:r>
                    </a:p>
                    <a:p>
                      <a:endParaRPr lang="en-AU" sz="1800" b="0" i="0" kern="1200">
                        <a:solidFill>
                          <a:schemeClr val="tx1"/>
                        </a:solidFill>
                        <a:effectLst/>
                        <a:latin typeface="Helvetica" pitchFamily="2" charset="0"/>
                        <a:ea typeface="+mn-ea"/>
                        <a:cs typeface="+mn-cs"/>
                      </a:endParaRPr>
                    </a:p>
                    <a:p>
                      <a:r>
                        <a:rPr lang="en-AU" sz="1800" b="0" i="0" kern="1200">
                          <a:solidFill>
                            <a:schemeClr val="tx1"/>
                          </a:solidFill>
                          <a:effectLst/>
                          <a:latin typeface="Helvetica" pitchFamily="2" charset="0"/>
                          <a:ea typeface="+mn-ea"/>
                          <a:cs typeface="+mn-cs"/>
                        </a:rPr>
                        <a:t>IMOS measures impact in two ways: </a:t>
                      </a:r>
                    </a:p>
                    <a:p>
                      <a:pPr marL="342900" indent="-342900">
                        <a:buFont typeface="+mj-lt"/>
                        <a:buAutoNum type="arabicPeriod"/>
                      </a:pPr>
                      <a:r>
                        <a:rPr lang="en-AU" sz="1800" b="0" i="0" kern="1200">
                          <a:solidFill>
                            <a:schemeClr val="tx1"/>
                          </a:solidFill>
                          <a:effectLst/>
                          <a:latin typeface="Helvetica" pitchFamily="2" charset="0"/>
                          <a:ea typeface="+mn-ea"/>
                          <a:cs typeface="+mn-cs"/>
                        </a:rPr>
                        <a:t>through our societal benefit</a:t>
                      </a:r>
                    </a:p>
                    <a:p>
                      <a:pPr marL="342900" indent="-342900">
                        <a:buFont typeface="+mj-lt"/>
                        <a:buAutoNum type="arabicPeriod"/>
                      </a:pPr>
                      <a:r>
                        <a:rPr lang="en-AU" sz="1800" b="0" i="0" kern="1200">
                          <a:solidFill>
                            <a:schemeClr val="tx1"/>
                          </a:solidFill>
                          <a:effectLst/>
                          <a:latin typeface="Helvetica" pitchFamily="2" charset="0"/>
                          <a:ea typeface="+mn-ea"/>
                          <a:cs typeface="+mn-cs"/>
                        </a:rPr>
                        <a:t>through our more proximate research infrastructure impact.</a:t>
                      </a:r>
                    </a:p>
                    <a:p>
                      <a:endParaRPr lang="en-AU" sz="1800" b="0" i="0" kern="1200">
                        <a:solidFill>
                          <a:schemeClr val="tx1"/>
                        </a:solidFill>
                        <a:effectLst/>
                        <a:latin typeface="Helvetica" pitchFamily="2" charset="0"/>
                        <a:ea typeface="+mn-ea"/>
                        <a:cs typeface="+mn-cs"/>
                      </a:endParaRPr>
                    </a:p>
                    <a:p>
                      <a:endParaRPr lang="en-AU" sz="1800" b="0" i="0" kern="1200">
                        <a:solidFill>
                          <a:schemeClr val="tx1"/>
                        </a:solidFill>
                        <a:effectLst/>
                        <a:latin typeface="Helvetica" pitchFamily="2" charset="0"/>
                        <a:ea typeface="+mn-ea"/>
                        <a:cs typeface="+mn-cs"/>
                      </a:endParaRPr>
                    </a:p>
                  </a:txBody>
                  <a:tcPr marL="47625" marR="47625" marT="0" marB="0">
                    <a:lnL>
                      <a:noFill/>
                    </a:lnL>
                    <a:lnR>
                      <a:noFill/>
                    </a:lnR>
                    <a:lnT>
                      <a:noFill/>
                    </a:lnT>
                    <a:lnB>
                      <a:noFill/>
                    </a:lnB>
                  </a:tcPr>
                </a:tc>
                <a:extLst>
                  <a:ext uri="{0D108BD9-81ED-4DB2-BD59-A6C34878D82A}">
                    <a16:rowId xmlns:a16="http://schemas.microsoft.com/office/drawing/2014/main" val="2435693371"/>
                  </a:ext>
                </a:extLst>
              </a:tr>
            </a:tbl>
          </a:graphicData>
        </a:graphic>
      </p:graphicFrame>
      <p:pic>
        <p:nvPicPr>
          <p:cNvPr id="6" name="Picture 5" descr="A yellow object in the water&#10;&#10;Description automatically generated">
            <a:extLst>
              <a:ext uri="{FF2B5EF4-FFF2-40B4-BE49-F238E27FC236}">
                <a16:creationId xmlns:a16="http://schemas.microsoft.com/office/drawing/2014/main" id="{231EF3B9-E5B4-1BD5-0338-2FC2DDD238C6}"/>
              </a:ext>
            </a:extLst>
          </p:cNvPr>
          <p:cNvPicPr>
            <a:picLocks noChangeAspect="1"/>
          </p:cNvPicPr>
          <p:nvPr/>
        </p:nvPicPr>
        <p:blipFill>
          <a:blip r:embed="rId4"/>
          <a:stretch>
            <a:fillRect/>
          </a:stretch>
        </p:blipFill>
        <p:spPr>
          <a:xfrm>
            <a:off x="6596743" y="141514"/>
            <a:ext cx="5486400" cy="5486400"/>
          </a:xfrm>
          <a:prstGeom prst="rect">
            <a:avLst/>
          </a:prstGeom>
        </p:spPr>
      </p:pic>
    </p:spTree>
    <p:extLst>
      <p:ext uri="{BB962C8B-B14F-4D97-AF65-F5344CB8AC3E}">
        <p14:creationId xmlns:p14="http://schemas.microsoft.com/office/powerpoint/2010/main" val="978383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D79DEFC-9296-C39B-EDC8-0E667D3D814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1C8BB077-7A60-D793-6D95-67CA12B9180D}"/>
              </a:ext>
            </a:extLst>
          </p:cNvPr>
          <p:cNvSpPr/>
          <p:nvPr/>
        </p:nvSpPr>
        <p:spPr>
          <a:xfrm>
            <a:off x="401784" y="645024"/>
            <a:ext cx="5280561" cy="461665"/>
          </a:xfrm>
          <a:prstGeom prst="rect">
            <a:avLst/>
          </a:prstGeom>
        </p:spPr>
        <p:txBody>
          <a:bodyPr wrap="square">
            <a:spAutoFit/>
          </a:bodyPr>
          <a:lstStyle/>
          <a:p>
            <a:r>
              <a:rPr lang="en-AU" sz="2400" b="1">
                <a:solidFill>
                  <a:srgbClr val="3C657D"/>
                </a:solidFill>
                <a:latin typeface="Helvetica" pitchFamily="2" charset="0"/>
              </a:rPr>
              <a:t>IMOS societal benefit</a:t>
            </a:r>
            <a:endParaRPr lang="en-AU" sz="2400" b="1">
              <a:solidFill>
                <a:srgbClr val="3C657D"/>
              </a:solidFill>
              <a:latin typeface="Arial" panose="020B0604020202020204" pitchFamily="34" charset="0"/>
            </a:endParaRPr>
          </a:p>
        </p:txBody>
      </p:sp>
      <p:pic>
        <p:nvPicPr>
          <p:cNvPr id="3" name="Picture 2">
            <a:extLst>
              <a:ext uri="{FF2B5EF4-FFF2-40B4-BE49-F238E27FC236}">
                <a16:creationId xmlns:a16="http://schemas.microsoft.com/office/drawing/2014/main" id="{91296A03-7D65-234D-EDA3-871562CDA6F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grpSp>
        <p:nvGrpSpPr>
          <p:cNvPr id="2" name="Group 1">
            <a:extLst>
              <a:ext uri="{FF2B5EF4-FFF2-40B4-BE49-F238E27FC236}">
                <a16:creationId xmlns:a16="http://schemas.microsoft.com/office/drawing/2014/main" id="{515E5A11-E6A0-989F-6D8E-3B3CF9747A9F}"/>
              </a:ext>
            </a:extLst>
          </p:cNvPr>
          <p:cNvGrpSpPr/>
          <p:nvPr/>
        </p:nvGrpSpPr>
        <p:grpSpPr>
          <a:xfrm>
            <a:off x="798428" y="1171382"/>
            <a:ext cx="10595145" cy="2450022"/>
            <a:chOff x="609598" y="1789723"/>
            <a:chExt cx="10595145" cy="2450022"/>
          </a:xfrm>
        </p:grpSpPr>
        <p:grpSp>
          <p:nvGrpSpPr>
            <p:cNvPr id="4" name="Group 3">
              <a:extLst>
                <a:ext uri="{FF2B5EF4-FFF2-40B4-BE49-F238E27FC236}">
                  <a16:creationId xmlns:a16="http://schemas.microsoft.com/office/drawing/2014/main" id="{794F9ED2-10AF-2C2C-2499-0E749719BF8E}"/>
                </a:ext>
              </a:extLst>
            </p:cNvPr>
            <p:cNvGrpSpPr/>
            <p:nvPr/>
          </p:nvGrpSpPr>
          <p:grpSpPr>
            <a:xfrm>
              <a:off x="609598" y="1789723"/>
              <a:ext cx="2720341" cy="2450022"/>
              <a:chOff x="609598" y="1789723"/>
              <a:chExt cx="2720341" cy="2450022"/>
            </a:xfrm>
          </p:grpSpPr>
          <p:grpSp>
            <p:nvGrpSpPr>
              <p:cNvPr id="18" name="Group 17">
                <a:extLst>
                  <a:ext uri="{FF2B5EF4-FFF2-40B4-BE49-F238E27FC236}">
                    <a16:creationId xmlns:a16="http://schemas.microsoft.com/office/drawing/2014/main" id="{74261C70-3AC3-34DC-2656-6EEB05F8B242}"/>
                  </a:ext>
                </a:extLst>
              </p:cNvPr>
              <p:cNvGrpSpPr/>
              <p:nvPr/>
            </p:nvGrpSpPr>
            <p:grpSpPr>
              <a:xfrm>
                <a:off x="1018227" y="1789723"/>
                <a:ext cx="1891865" cy="1790708"/>
                <a:chOff x="1018227" y="2403694"/>
                <a:chExt cx="1891865" cy="1790708"/>
              </a:xfrm>
            </p:grpSpPr>
            <p:pic>
              <p:nvPicPr>
                <p:cNvPr id="20" name="Picture 19" descr="Icon&#10;&#10;Description automatically generated">
                  <a:extLst>
                    <a:ext uri="{FF2B5EF4-FFF2-40B4-BE49-F238E27FC236}">
                      <a16:creationId xmlns:a16="http://schemas.microsoft.com/office/drawing/2014/main" id="{5150F671-434E-BEBE-B586-77836F646E6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272540" y="2403694"/>
                  <a:ext cx="1394460" cy="1394460"/>
                </a:xfrm>
                <a:prstGeom prst="rect">
                  <a:avLst/>
                </a:prstGeom>
              </p:spPr>
            </p:pic>
            <p:sp>
              <p:nvSpPr>
                <p:cNvPr id="21" name="TextBox 20">
                  <a:extLst>
                    <a:ext uri="{FF2B5EF4-FFF2-40B4-BE49-F238E27FC236}">
                      <a16:creationId xmlns:a16="http://schemas.microsoft.com/office/drawing/2014/main" id="{A3B37789-B856-D08D-253F-BF2EE9B37141}"/>
                    </a:ext>
                  </a:extLst>
                </p:cNvPr>
                <p:cNvSpPr txBox="1"/>
                <p:nvPr/>
              </p:nvSpPr>
              <p:spPr>
                <a:xfrm>
                  <a:off x="1018227" y="3886625"/>
                  <a:ext cx="1891865" cy="307777"/>
                </a:xfrm>
                <a:prstGeom prst="rect">
                  <a:avLst/>
                </a:prstGeom>
                <a:noFill/>
              </p:spPr>
              <p:txBody>
                <a:bodyPr wrap="none" rtlCol="0">
                  <a:spAutoFit/>
                </a:bodyPr>
                <a:lstStyle/>
                <a:p>
                  <a:pPr>
                    <a:spcBef>
                      <a:spcPts val="600"/>
                    </a:spcBef>
                    <a:spcAft>
                      <a:spcPts val="600"/>
                    </a:spcAft>
                  </a:pPr>
                  <a:r>
                    <a:rPr lang="en-US" sz="1400" b="1">
                      <a:solidFill>
                        <a:srgbClr val="3B6E8F"/>
                      </a:solidFill>
                      <a:latin typeface="Helvetica" pitchFamily="2" charset="0"/>
                      <a:cs typeface="Arial" panose="020B0604020202020204" pitchFamily="34" charset="0"/>
                    </a:rPr>
                    <a:t>Coastal populations</a:t>
                  </a:r>
                </a:p>
              </p:txBody>
            </p:sp>
          </p:grpSp>
          <p:sp>
            <p:nvSpPr>
              <p:cNvPr id="19" name="TextBox 18">
                <a:extLst>
                  <a:ext uri="{FF2B5EF4-FFF2-40B4-BE49-F238E27FC236}">
                    <a16:creationId xmlns:a16="http://schemas.microsoft.com/office/drawing/2014/main" id="{5D8B942B-2F90-4E2B-6B32-FAB931699ABD}"/>
                  </a:ext>
                </a:extLst>
              </p:cNvPr>
              <p:cNvSpPr txBox="1"/>
              <p:nvPr/>
            </p:nvSpPr>
            <p:spPr>
              <a:xfrm>
                <a:off x="609598" y="3562637"/>
                <a:ext cx="2720341" cy="677108"/>
              </a:xfrm>
              <a:prstGeom prst="rect">
                <a:avLst/>
              </a:prstGeom>
              <a:noFill/>
            </p:spPr>
            <p:txBody>
              <a:bodyPr wrap="square" rtlCol="0">
                <a:spAutoFit/>
              </a:bodyPr>
              <a:lstStyle/>
              <a:p>
                <a:pPr algn="ctr"/>
                <a:r>
                  <a:rPr lang="en-AU" sz="1200">
                    <a:latin typeface="Helvetica" pitchFamily="2" charset="0"/>
                    <a:cs typeface="Arial" panose="020B0604020202020204" pitchFamily="34" charset="0"/>
                  </a:rPr>
                  <a:t>Infrastructure </a:t>
                </a:r>
                <a:r>
                  <a:rPr lang="en-AU" sz="1400">
                    <a:latin typeface="Helvetica" pitchFamily="2" charset="0"/>
                    <a:cs typeface="Arial" panose="020B0604020202020204" pitchFamily="34" charset="0"/>
                  </a:rPr>
                  <a:t>•</a:t>
                </a:r>
                <a:r>
                  <a:rPr lang="en-AU" sz="1200">
                    <a:latin typeface="Helvetica" pitchFamily="2" charset="0"/>
                    <a:cs typeface="Arial" panose="020B0604020202020204" pitchFamily="34" charset="0"/>
                  </a:rPr>
                  <a:t> Industry •  Populations • Tourism • Human Health </a:t>
                </a:r>
              </a:p>
            </p:txBody>
          </p:sp>
        </p:grpSp>
        <p:grpSp>
          <p:nvGrpSpPr>
            <p:cNvPr id="6" name="Group 5">
              <a:extLst>
                <a:ext uri="{FF2B5EF4-FFF2-40B4-BE49-F238E27FC236}">
                  <a16:creationId xmlns:a16="http://schemas.microsoft.com/office/drawing/2014/main" id="{2806B197-0B1C-9DED-D46D-2D0BFF04FD5D}"/>
                </a:ext>
              </a:extLst>
            </p:cNvPr>
            <p:cNvGrpSpPr/>
            <p:nvPr/>
          </p:nvGrpSpPr>
          <p:grpSpPr>
            <a:xfrm>
              <a:off x="4559469" y="1790353"/>
              <a:ext cx="2565231" cy="2281207"/>
              <a:chOff x="4559469" y="1790353"/>
              <a:chExt cx="2565231" cy="2281207"/>
            </a:xfrm>
          </p:grpSpPr>
          <p:grpSp>
            <p:nvGrpSpPr>
              <p:cNvPr id="14" name="Group 13">
                <a:extLst>
                  <a:ext uri="{FF2B5EF4-FFF2-40B4-BE49-F238E27FC236}">
                    <a16:creationId xmlns:a16="http://schemas.microsoft.com/office/drawing/2014/main" id="{CEE200CA-B0CC-279D-7F59-A3768901BB67}"/>
                  </a:ext>
                </a:extLst>
              </p:cNvPr>
              <p:cNvGrpSpPr/>
              <p:nvPr/>
            </p:nvGrpSpPr>
            <p:grpSpPr>
              <a:xfrm>
                <a:off x="5103810" y="1790353"/>
                <a:ext cx="1393200" cy="1790078"/>
                <a:chOff x="5103810" y="2404324"/>
                <a:chExt cx="1393200" cy="1790078"/>
              </a:xfrm>
            </p:grpSpPr>
            <p:pic>
              <p:nvPicPr>
                <p:cNvPr id="16" name="Picture 15" descr="Icon&#10;&#10;Description automatically generated">
                  <a:extLst>
                    <a:ext uri="{FF2B5EF4-FFF2-40B4-BE49-F238E27FC236}">
                      <a16:creationId xmlns:a16="http://schemas.microsoft.com/office/drawing/2014/main" id="{B0F99BB6-EFE3-233E-5C54-C84F5111A09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103810" y="2404324"/>
                  <a:ext cx="1393200" cy="1393200"/>
                </a:xfrm>
                <a:prstGeom prst="rect">
                  <a:avLst/>
                </a:prstGeom>
              </p:spPr>
            </p:pic>
            <p:sp>
              <p:nvSpPr>
                <p:cNvPr id="17" name="TextBox 16">
                  <a:extLst>
                    <a:ext uri="{FF2B5EF4-FFF2-40B4-BE49-F238E27FC236}">
                      <a16:creationId xmlns:a16="http://schemas.microsoft.com/office/drawing/2014/main" id="{FA200557-CC3B-F6F9-0DBC-1AEBEB1F906B}"/>
                    </a:ext>
                  </a:extLst>
                </p:cNvPr>
                <p:cNvSpPr txBox="1"/>
                <p:nvPr/>
              </p:nvSpPr>
              <p:spPr>
                <a:xfrm>
                  <a:off x="5111760" y="3886625"/>
                  <a:ext cx="1356462" cy="307777"/>
                </a:xfrm>
                <a:prstGeom prst="rect">
                  <a:avLst/>
                </a:prstGeom>
                <a:noFill/>
              </p:spPr>
              <p:txBody>
                <a:bodyPr wrap="none" rtlCol="0">
                  <a:spAutoFit/>
                </a:bodyPr>
                <a:lstStyle/>
                <a:p>
                  <a:pPr>
                    <a:spcBef>
                      <a:spcPts val="600"/>
                    </a:spcBef>
                    <a:spcAft>
                      <a:spcPts val="600"/>
                    </a:spcAft>
                  </a:pPr>
                  <a:r>
                    <a:rPr lang="en-US" sz="1400" b="1">
                      <a:solidFill>
                        <a:srgbClr val="3B6E8F"/>
                      </a:solidFill>
                      <a:latin typeface="Helvetica" pitchFamily="2" charset="0"/>
                      <a:cs typeface="Arial" panose="020B0604020202020204" pitchFamily="34" charset="0"/>
                    </a:rPr>
                    <a:t>Food security</a:t>
                  </a:r>
                </a:p>
              </p:txBody>
            </p:sp>
          </p:grpSp>
          <p:sp>
            <p:nvSpPr>
              <p:cNvPr id="15" name="TextBox 14">
                <a:extLst>
                  <a:ext uri="{FF2B5EF4-FFF2-40B4-BE49-F238E27FC236}">
                    <a16:creationId xmlns:a16="http://schemas.microsoft.com/office/drawing/2014/main" id="{2D046551-EF2E-BD82-4466-598767AE52F8}"/>
                  </a:ext>
                </a:extLst>
              </p:cNvPr>
              <p:cNvSpPr txBox="1"/>
              <p:nvPr/>
            </p:nvSpPr>
            <p:spPr>
              <a:xfrm>
                <a:off x="4559469" y="3579117"/>
                <a:ext cx="2565231" cy="492443"/>
              </a:xfrm>
              <a:prstGeom prst="rect">
                <a:avLst/>
              </a:prstGeom>
              <a:noFill/>
            </p:spPr>
            <p:txBody>
              <a:bodyPr wrap="square" rtlCol="0">
                <a:spAutoFit/>
              </a:bodyPr>
              <a:lstStyle/>
              <a:p>
                <a:pPr algn="ctr"/>
                <a:r>
                  <a:rPr lang="en-AU" sz="1200">
                    <a:latin typeface="Helvetica" pitchFamily="2" charset="0"/>
                    <a:cs typeface="Arial" panose="020B0604020202020204" pitchFamily="34" charset="0"/>
                  </a:rPr>
                  <a:t>Fishing </a:t>
                </a:r>
                <a:r>
                  <a:rPr lang="en-AU" sz="1400">
                    <a:latin typeface="Helvetica" pitchFamily="2" charset="0"/>
                    <a:cs typeface="Arial" panose="020B0604020202020204" pitchFamily="34" charset="0"/>
                  </a:rPr>
                  <a:t>•</a:t>
                </a:r>
                <a:r>
                  <a:rPr lang="en-AU" sz="1200">
                    <a:latin typeface="Helvetica" pitchFamily="2" charset="0"/>
                    <a:cs typeface="Arial" panose="020B0604020202020204" pitchFamily="34" charset="0"/>
                  </a:rPr>
                  <a:t> Aquaculture </a:t>
                </a:r>
              </a:p>
              <a:p>
                <a:pPr algn="ctr"/>
                <a:r>
                  <a:rPr lang="en-AU" sz="1200">
                    <a:latin typeface="Helvetica" pitchFamily="2" charset="0"/>
                    <a:cs typeface="Arial" panose="020B0604020202020204" pitchFamily="34" charset="0"/>
                  </a:rPr>
                  <a:t>• Recreational Fishing • Agriculture</a:t>
                </a:r>
              </a:p>
            </p:txBody>
          </p:sp>
        </p:grpSp>
        <p:grpSp>
          <p:nvGrpSpPr>
            <p:cNvPr id="9" name="Group 8">
              <a:extLst>
                <a:ext uri="{FF2B5EF4-FFF2-40B4-BE49-F238E27FC236}">
                  <a16:creationId xmlns:a16="http://schemas.microsoft.com/office/drawing/2014/main" id="{A8BE6199-B536-D2A9-B962-55E46CDB8132}"/>
                </a:ext>
              </a:extLst>
            </p:cNvPr>
            <p:cNvGrpSpPr/>
            <p:nvPr/>
          </p:nvGrpSpPr>
          <p:grpSpPr>
            <a:xfrm>
              <a:off x="8056096" y="1790353"/>
              <a:ext cx="3148647" cy="2276351"/>
              <a:chOff x="8056096" y="1790353"/>
              <a:chExt cx="3148647" cy="2276351"/>
            </a:xfrm>
          </p:grpSpPr>
          <p:grpSp>
            <p:nvGrpSpPr>
              <p:cNvPr id="10" name="Group 9">
                <a:extLst>
                  <a:ext uri="{FF2B5EF4-FFF2-40B4-BE49-F238E27FC236}">
                    <a16:creationId xmlns:a16="http://schemas.microsoft.com/office/drawing/2014/main" id="{DDF012CA-380D-46DC-3102-DB6FF9B04E8A}"/>
                  </a:ext>
                </a:extLst>
              </p:cNvPr>
              <p:cNvGrpSpPr/>
              <p:nvPr/>
            </p:nvGrpSpPr>
            <p:grpSpPr>
              <a:xfrm>
                <a:off x="8856009" y="1790353"/>
                <a:ext cx="1527982" cy="1772284"/>
                <a:chOff x="8856009" y="2404324"/>
                <a:chExt cx="1527982" cy="1772284"/>
              </a:xfrm>
            </p:grpSpPr>
            <p:pic>
              <p:nvPicPr>
                <p:cNvPr id="12" name="Picture 11" descr="A picture containing icon&#10;&#10;Description automatically generated">
                  <a:extLst>
                    <a:ext uri="{FF2B5EF4-FFF2-40B4-BE49-F238E27FC236}">
                      <a16:creationId xmlns:a16="http://schemas.microsoft.com/office/drawing/2014/main" id="{864470A0-A88D-2997-98FF-979AD888C1B8}"/>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933820" y="2404324"/>
                  <a:ext cx="1393200" cy="1393200"/>
                </a:xfrm>
                <a:prstGeom prst="rect">
                  <a:avLst/>
                </a:prstGeom>
              </p:spPr>
            </p:pic>
            <p:sp>
              <p:nvSpPr>
                <p:cNvPr id="13" name="TextBox 12">
                  <a:extLst>
                    <a:ext uri="{FF2B5EF4-FFF2-40B4-BE49-F238E27FC236}">
                      <a16:creationId xmlns:a16="http://schemas.microsoft.com/office/drawing/2014/main" id="{08367086-6A8B-A8CD-B1A7-AD0483D98022}"/>
                    </a:ext>
                  </a:extLst>
                </p:cNvPr>
                <p:cNvSpPr txBox="1"/>
                <p:nvPr/>
              </p:nvSpPr>
              <p:spPr>
                <a:xfrm>
                  <a:off x="8856009" y="3868831"/>
                  <a:ext cx="1527982" cy="307777"/>
                </a:xfrm>
                <a:prstGeom prst="rect">
                  <a:avLst/>
                </a:prstGeom>
                <a:noFill/>
              </p:spPr>
              <p:txBody>
                <a:bodyPr wrap="none" rtlCol="0">
                  <a:spAutoFit/>
                </a:bodyPr>
                <a:lstStyle/>
                <a:p>
                  <a:pPr>
                    <a:spcBef>
                      <a:spcPts val="600"/>
                    </a:spcBef>
                    <a:spcAft>
                      <a:spcPts val="600"/>
                    </a:spcAft>
                  </a:pPr>
                  <a:r>
                    <a:rPr lang="en-US" sz="1400" b="1">
                      <a:solidFill>
                        <a:srgbClr val="3B6E8F"/>
                      </a:solidFill>
                      <a:latin typeface="Helvetica" pitchFamily="2" charset="0"/>
                      <a:cs typeface="Arial" panose="020B0604020202020204" pitchFamily="34" charset="0"/>
                    </a:rPr>
                    <a:t>Energy security</a:t>
                  </a:r>
                </a:p>
              </p:txBody>
            </p:sp>
          </p:grpSp>
          <p:sp>
            <p:nvSpPr>
              <p:cNvPr id="11" name="TextBox 10">
                <a:extLst>
                  <a:ext uri="{FF2B5EF4-FFF2-40B4-BE49-F238E27FC236}">
                    <a16:creationId xmlns:a16="http://schemas.microsoft.com/office/drawing/2014/main" id="{538D1561-0411-6F1D-0446-BD6FDBEB2BCD}"/>
                  </a:ext>
                </a:extLst>
              </p:cNvPr>
              <p:cNvSpPr txBox="1"/>
              <p:nvPr/>
            </p:nvSpPr>
            <p:spPr>
              <a:xfrm>
                <a:off x="8056096" y="3574261"/>
                <a:ext cx="3148647" cy="492443"/>
              </a:xfrm>
              <a:prstGeom prst="rect">
                <a:avLst/>
              </a:prstGeom>
              <a:noFill/>
            </p:spPr>
            <p:txBody>
              <a:bodyPr wrap="square" rtlCol="0">
                <a:spAutoFit/>
              </a:bodyPr>
              <a:lstStyle/>
              <a:p>
                <a:pPr algn="ctr"/>
                <a:r>
                  <a:rPr lang="en-AU" sz="1200">
                    <a:latin typeface="Helvetica" pitchFamily="2" charset="0"/>
                    <a:cs typeface="Arial" panose="020B0604020202020204" pitchFamily="34" charset="0"/>
                  </a:rPr>
                  <a:t>Oil and gas industry </a:t>
                </a:r>
              </a:p>
              <a:p>
                <a:pPr algn="ctr"/>
                <a:r>
                  <a:rPr lang="en-AU" sz="1400">
                    <a:latin typeface="Helvetica" pitchFamily="2" charset="0"/>
                    <a:cs typeface="Arial" panose="020B0604020202020204" pitchFamily="34" charset="0"/>
                  </a:rPr>
                  <a:t>•</a:t>
                </a:r>
                <a:r>
                  <a:rPr lang="en-AU" sz="1200">
                    <a:latin typeface="Helvetica" pitchFamily="2" charset="0"/>
                    <a:cs typeface="Arial" panose="020B0604020202020204" pitchFamily="34" charset="0"/>
                  </a:rPr>
                  <a:t> Renewable energy: terrestrial and ocean</a:t>
                </a:r>
              </a:p>
            </p:txBody>
          </p:sp>
        </p:grpSp>
      </p:grpSp>
      <p:grpSp>
        <p:nvGrpSpPr>
          <p:cNvPr id="22" name="Group 21">
            <a:extLst>
              <a:ext uri="{FF2B5EF4-FFF2-40B4-BE49-F238E27FC236}">
                <a16:creationId xmlns:a16="http://schemas.microsoft.com/office/drawing/2014/main" id="{DE358D68-F583-AB86-B2E8-F78BC965FE40}"/>
              </a:ext>
            </a:extLst>
          </p:cNvPr>
          <p:cNvGrpSpPr/>
          <p:nvPr/>
        </p:nvGrpSpPr>
        <p:grpSpPr>
          <a:xfrm>
            <a:off x="2487587" y="3532095"/>
            <a:ext cx="7216826" cy="2661850"/>
            <a:chOff x="2363364" y="4108356"/>
            <a:chExt cx="7216826" cy="2661850"/>
          </a:xfrm>
        </p:grpSpPr>
        <p:grpSp>
          <p:nvGrpSpPr>
            <p:cNvPr id="23" name="Group 22">
              <a:extLst>
                <a:ext uri="{FF2B5EF4-FFF2-40B4-BE49-F238E27FC236}">
                  <a16:creationId xmlns:a16="http://schemas.microsoft.com/office/drawing/2014/main" id="{053D9D17-DA29-4DE9-EEBF-9F7F4963BEDC}"/>
                </a:ext>
              </a:extLst>
            </p:cNvPr>
            <p:cNvGrpSpPr/>
            <p:nvPr/>
          </p:nvGrpSpPr>
          <p:grpSpPr>
            <a:xfrm>
              <a:off x="2363364" y="4118408"/>
              <a:ext cx="3148647" cy="2651798"/>
              <a:chOff x="2436516" y="4118408"/>
              <a:chExt cx="3148647" cy="2651798"/>
            </a:xfrm>
          </p:grpSpPr>
          <p:grpSp>
            <p:nvGrpSpPr>
              <p:cNvPr id="29" name="Group 28">
                <a:extLst>
                  <a:ext uri="{FF2B5EF4-FFF2-40B4-BE49-F238E27FC236}">
                    <a16:creationId xmlns:a16="http://schemas.microsoft.com/office/drawing/2014/main" id="{9AFDA9A1-DB86-9843-0E75-6B3E897A28EB}"/>
                  </a:ext>
                </a:extLst>
              </p:cNvPr>
              <p:cNvGrpSpPr/>
              <p:nvPr/>
            </p:nvGrpSpPr>
            <p:grpSpPr>
              <a:xfrm>
                <a:off x="2797518" y="4118408"/>
                <a:ext cx="2426644" cy="1967954"/>
                <a:chOff x="2378878" y="4118408"/>
                <a:chExt cx="2426644" cy="1967954"/>
              </a:xfrm>
            </p:grpSpPr>
            <p:pic>
              <p:nvPicPr>
                <p:cNvPr id="31" name="Picture 30" descr="Icon&#10;&#10;Description automatically generated">
                  <a:extLst>
                    <a:ext uri="{FF2B5EF4-FFF2-40B4-BE49-F238E27FC236}">
                      <a16:creationId xmlns:a16="http://schemas.microsoft.com/office/drawing/2014/main" id="{55E4E7AB-4F2D-9EC8-98A0-EF858798B4A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895600" y="4118408"/>
                  <a:ext cx="1393200" cy="1393200"/>
                </a:xfrm>
                <a:prstGeom prst="rect">
                  <a:avLst/>
                </a:prstGeom>
              </p:spPr>
            </p:pic>
            <p:sp>
              <p:nvSpPr>
                <p:cNvPr id="32" name="TextBox 31">
                  <a:extLst>
                    <a:ext uri="{FF2B5EF4-FFF2-40B4-BE49-F238E27FC236}">
                      <a16:creationId xmlns:a16="http://schemas.microsoft.com/office/drawing/2014/main" id="{F1E4697F-6655-3462-4CFE-72E9C3CDFAAE}"/>
                    </a:ext>
                  </a:extLst>
                </p:cNvPr>
                <p:cNvSpPr txBox="1"/>
                <p:nvPr/>
              </p:nvSpPr>
              <p:spPr>
                <a:xfrm>
                  <a:off x="2378878" y="5563142"/>
                  <a:ext cx="2426644" cy="523220"/>
                </a:xfrm>
                <a:prstGeom prst="rect">
                  <a:avLst/>
                </a:prstGeom>
                <a:noFill/>
              </p:spPr>
              <p:txBody>
                <a:bodyPr wrap="square" rtlCol="0">
                  <a:spAutoFit/>
                </a:bodyPr>
                <a:lstStyle/>
                <a:p>
                  <a:pPr algn="ctr">
                    <a:spcBef>
                      <a:spcPts val="600"/>
                    </a:spcBef>
                    <a:spcAft>
                      <a:spcPts val="600"/>
                    </a:spcAft>
                  </a:pPr>
                  <a:r>
                    <a:rPr lang="en-US" sz="1400" b="1">
                      <a:solidFill>
                        <a:srgbClr val="3B6E8F"/>
                      </a:solidFill>
                      <a:latin typeface="Helvetica" pitchFamily="2" charset="0"/>
                      <a:cs typeface="Arial" panose="020B0604020202020204" pitchFamily="34" charset="0"/>
                    </a:rPr>
                    <a:t>Biodiversity conservation &amp; management</a:t>
                  </a:r>
                </a:p>
              </p:txBody>
            </p:sp>
          </p:grpSp>
          <p:sp>
            <p:nvSpPr>
              <p:cNvPr id="30" name="TextBox 29">
                <a:extLst>
                  <a:ext uri="{FF2B5EF4-FFF2-40B4-BE49-F238E27FC236}">
                    <a16:creationId xmlns:a16="http://schemas.microsoft.com/office/drawing/2014/main" id="{D9F9122F-1E70-802C-05D8-0067AADBB219}"/>
                  </a:ext>
                </a:extLst>
              </p:cNvPr>
              <p:cNvSpPr txBox="1"/>
              <p:nvPr/>
            </p:nvSpPr>
            <p:spPr>
              <a:xfrm>
                <a:off x="2436516" y="6093098"/>
                <a:ext cx="3148647" cy="677108"/>
              </a:xfrm>
              <a:prstGeom prst="rect">
                <a:avLst/>
              </a:prstGeom>
              <a:noFill/>
            </p:spPr>
            <p:txBody>
              <a:bodyPr wrap="square" rtlCol="0">
                <a:spAutoFit/>
              </a:bodyPr>
              <a:lstStyle/>
              <a:p>
                <a:pPr algn="ctr"/>
                <a:r>
                  <a:rPr lang="en-AU" sz="1200">
                    <a:latin typeface="Helvetica" pitchFamily="2" charset="0"/>
                    <a:cs typeface="Arial" panose="020B0604020202020204" pitchFamily="34" charset="0"/>
                  </a:rPr>
                  <a:t>Threatened species </a:t>
                </a:r>
                <a:r>
                  <a:rPr lang="en-AU" sz="1400">
                    <a:latin typeface="Helvetica" pitchFamily="2" charset="0"/>
                    <a:cs typeface="Arial" panose="020B0604020202020204" pitchFamily="34" charset="0"/>
                  </a:rPr>
                  <a:t>•</a:t>
                </a:r>
                <a:r>
                  <a:rPr lang="en-AU" sz="1200">
                    <a:latin typeface="Helvetica" pitchFamily="2" charset="0"/>
                    <a:cs typeface="Arial" panose="020B0604020202020204" pitchFamily="34" charset="0"/>
                  </a:rPr>
                  <a:t> Monitoring &amp; assessment • Environmental obligations</a:t>
                </a:r>
              </a:p>
              <a:p>
                <a:pPr algn="ctr"/>
                <a:r>
                  <a:rPr lang="en-AU" sz="1200">
                    <a:latin typeface="Helvetica" pitchFamily="2" charset="0"/>
                    <a:cs typeface="Arial" panose="020B0604020202020204" pitchFamily="34" charset="0"/>
                  </a:rPr>
                  <a:t> • Biosecurity • Marine Protected Areas</a:t>
                </a:r>
              </a:p>
            </p:txBody>
          </p:sp>
        </p:grpSp>
        <p:grpSp>
          <p:nvGrpSpPr>
            <p:cNvPr id="24" name="Group 23">
              <a:extLst>
                <a:ext uri="{FF2B5EF4-FFF2-40B4-BE49-F238E27FC236}">
                  <a16:creationId xmlns:a16="http://schemas.microsoft.com/office/drawing/2014/main" id="{F6B72CAD-7A4F-200C-4D58-CBFA687D1354}"/>
                </a:ext>
              </a:extLst>
            </p:cNvPr>
            <p:cNvGrpSpPr/>
            <p:nvPr/>
          </p:nvGrpSpPr>
          <p:grpSpPr>
            <a:xfrm>
              <a:off x="6170508" y="4108356"/>
              <a:ext cx="3409682" cy="2655114"/>
              <a:chOff x="6207084" y="4108356"/>
              <a:chExt cx="3409682" cy="2655114"/>
            </a:xfrm>
          </p:grpSpPr>
          <p:grpSp>
            <p:nvGrpSpPr>
              <p:cNvPr id="25" name="Group 24">
                <a:extLst>
                  <a:ext uri="{FF2B5EF4-FFF2-40B4-BE49-F238E27FC236}">
                    <a16:creationId xmlns:a16="http://schemas.microsoft.com/office/drawing/2014/main" id="{FFB530CF-4F03-B417-B1BC-ABAC11192822}"/>
                  </a:ext>
                </a:extLst>
              </p:cNvPr>
              <p:cNvGrpSpPr/>
              <p:nvPr/>
            </p:nvGrpSpPr>
            <p:grpSpPr>
              <a:xfrm>
                <a:off x="6967840" y="4108356"/>
                <a:ext cx="1888170" cy="1978006"/>
                <a:chOff x="6967839" y="4118408"/>
                <a:chExt cx="1888170" cy="1978006"/>
              </a:xfrm>
            </p:grpSpPr>
            <p:pic>
              <p:nvPicPr>
                <p:cNvPr id="27" name="Picture 26" descr="Icon&#10;&#10;Description automatically generated">
                  <a:extLst>
                    <a:ext uri="{FF2B5EF4-FFF2-40B4-BE49-F238E27FC236}">
                      <a16:creationId xmlns:a16="http://schemas.microsoft.com/office/drawing/2014/main" id="{D83C4BE4-8198-238C-EE09-FCF4CBCAC250}"/>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7124700" y="4118408"/>
                  <a:ext cx="1393200" cy="1393200"/>
                </a:xfrm>
                <a:prstGeom prst="rect">
                  <a:avLst/>
                </a:prstGeom>
              </p:spPr>
            </p:pic>
            <p:sp>
              <p:nvSpPr>
                <p:cNvPr id="28" name="TextBox 27">
                  <a:extLst>
                    <a:ext uri="{FF2B5EF4-FFF2-40B4-BE49-F238E27FC236}">
                      <a16:creationId xmlns:a16="http://schemas.microsoft.com/office/drawing/2014/main" id="{02931689-E441-C84A-36F7-B6A758FAC287}"/>
                    </a:ext>
                  </a:extLst>
                </p:cNvPr>
                <p:cNvSpPr txBox="1"/>
                <p:nvPr/>
              </p:nvSpPr>
              <p:spPr>
                <a:xfrm>
                  <a:off x="6967839" y="5573194"/>
                  <a:ext cx="1888170" cy="523220"/>
                </a:xfrm>
                <a:prstGeom prst="rect">
                  <a:avLst/>
                </a:prstGeom>
                <a:noFill/>
              </p:spPr>
              <p:txBody>
                <a:bodyPr wrap="square" rtlCol="0">
                  <a:spAutoFit/>
                </a:bodyPr>
                <a:lstStyle/>
                <a:p>
                  <a:pPr algn="ctr">
                    <a:spcBef>
                      <a:spcPts val="600"/>
                    </a:spcBef>
                    <a:spcAft>
                      <a:spcPts val="600"/>
                    </a:spcAft>
                  </a:pPr>
                  <a:r>
                    <a:rPr lang="en-US" sz="1400" b="1">
                      <a:solidFill>
                        <a:srgbClr val="3B6E8F"/>
                      </a:solidFill>
                      <a:latin typeface="Helvetica" pitchFamily="2" charset="0"/>
                      <a:cs typeface="Arial" panose="020B0604020202020204" pitchFamily="34" charset="0"/>
                    </a:rPr>
                    <a:t>Marine sovereignty, safety &amp; security</a:t>
                  </a:r>
                </a:p>
              </p:txBody>
            </p:sp>
          </p:grpSp>
          <p:sp>
            <p:nvSpPr>
              <p:cNvPr id="26" name="TextBox 25">
                <a:extLst>
                  <a:ext uri="{FF2B5EF4-FFF2-40B4-BE49-F238E27FC236}">
                    <a16:creationId xmlns:a16="http://schemas.microsoft.com/office/drawing/2014/main" id="{BF5FE041-B257-041D-2B64-FB527A40ED89}"/>
                  </a:ext>
                </a:extLst>
              </p:cNvPr>
              <p:cNvSpPr txBox="1"/>
              <p:nvPr/>
            </p:nvSpPr>
            <p:spPr>
              <a:xfrm>
                <a:off x="6207084" y="6086362"/>
                <a:ext cx="3409682" cy="677108"/>
              </a:xfrm>
              <a:prstGeom prst="rect">
                <a:avLst/>
              </a:prstGeom>
              <a:noFill/>
            </p:spPr>
            <p:txBody>
              <a:bodyPr wrap="square" rtlCol="0">
                <a:spAutoFit/>
              </a:bodyPr>
              <a:lstStyle/>
              <a:p>
                <a:pPr algn="ctr"/>
                <a:r>
                  <a:rPr lang="en-AU" sz="1200">
                    <a:latin typeface="Helvetica" pitchFamily="2" charset="0"/>
                    <a:cs typeface="Arial" panose="020B0604020202020204" pitchFamily="34" charset="0"/>
                  </a:rPr>
                  <a:t>Ports and shipping </a:t>
                </a:r>
                <a:r>
                  <a:rPr lang="en-AU" sz="1400">
                    <a:latin typeface="Helvetica" pitchFamily="2" charset="0"/>
                    <a:cs typeface="Arial" panose="020B0604020202020204" pitchFamily="34" charset="0"/>
                  </a:rPr>
                  <a:t>•</a:t>
                </a:r>
                <a:r>
                  <a:rPr lang="en-AU" sz="1200">
                    <a:latin typeface="Helvetica" pitchFamily="2" charset="0"/>
                    <a:cs typeface="Arial" panose="020B0604020202020204" pitchFamily="34" charset="0"/>
                  </a:rPr>
                  <a:t> Indigenous Australians and sea country • Border security and defence • Search &amp; rescue • Regional security &amp; aid</a:t>
                </a:r>
              </a:p>
            </p:txBody>
          </p:sp>
        </p:grpSp>
      </p:grpSp>
    </p:spTree>
    <p:extLst>
      <p:ext uri="{BB962C8B-B14F-4D97-AF65-F5344CB8AC3E}">
        <p14:creationId xmlns:p14="http://schemas.microsoft.com/office/powerpoint/2010/main" val="631177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AE67CD6-5824-8883-B0D4-1A27C5151BC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034F37A-53D6-DA88-52D2-F651E508C6D8}"/>
              </a:ext>
            </a:extLst>
          </p:cNvPr>
          <p:cNvSpPr/>
          <p:nvPr/>
        </p:nvSpPr>
        <p:spPr>
          <a:xfrm>
            <a:off x="401784" y="645024"/>
            <a:ext cx="5280561" cy="461665"/>
          </a:xfrm>
          <a:prstGeom prst="rect">
            <a:avLst/>
          </a:prstGeom>
        </p:spPr>
        <p:txBody>
          <a:bodyPr wrap="square">
            <a:spAutoFit/>
          </a:bodyPr>
          <a:lstStyle/>
          <a:p>
            <a:r>
              <a:rPr lang="en-AU" sz="2400" b="1">
                <a:solidFill>
                  <a:srgbClr val="3B6E8F"/>
                </a:solidFill>
                <a:effectLst/>
                <a:latin typeface="Helvetica" pitchFamily="2" charset="0"/>
              </a:rPr>
              <a:t>Research Infrastructure impact</a:t>
            </a:r>
            <a:endParaRPr lang="en-AU" sz="2400" b="1">
              <a:solidFill>
                <a:srgbClr val="3B6E8F"/>
              </a:solidFill>
              <a:latin typeface="Arial" panose="020B0604020202020204" pitchFamily="34" charset="0"/>
            </a:endParaRPr>
          </a:p>
        </p:txBody>
      </p:sp>
      <p:pic>
        <p:nvPicPr>
          <p:cNvPr id="3" name="Picture 2">
            <a:extLst>
              <a:ext uri="{FF2B5EF4-FFF2-40B4-BE49-F238E27FC236}">
                <a16:creationId xmlns:a16="http://schemas.microsoft.com/office/drawing/2014/main" id="{2D198715-935C-8F7F-D6D5-CBE5511AB99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grpSp>
        <p:nvGrpSpPr>
          <p:cNvPr id="5" name="Group 4">
            <a:extLst>
              <a:ext uri="{FF2B5EF4-FFF2-40B4-BE49-F238E27FC236}">
                <a16:creationId xmlns:a16="http://schemas.microsoft.com/office/drawing/2014/main" id="{DD3EBB53-E3DE-5EC4-5859-0E18EF735432}"/>
              </a:ext>
            </a:extLst>
          </p:cNvPr>
          <p:cNvGrpSpPr/>
          <p:nvPr/>
        </p:nvGrpSpPr>
        <p:grpSpPr>
          <a:xfrm>
            <a:off x="336182" y="1859623"/>
            <a:ext cx="11519636" cy="3042431"/>
            <a:chOff x="125217" y="2615090"/>
            <a:chExt cx="11519636" cy="3042431"/>
          </a:xfrm>
        </p:grpSpPr>
        <p:grpSp>
          <p:nvGrpSpPr>
            <p:cNvPr id="8" name="Group 7">
              <a:extLst>
                <a:ext uri="{FF2B5EF4-FFF2-40B4-BE49-F238E27FC236}">
                  <a16:creationId xmlns:a16="http://schemas.microsoft.com/office/drawing/2014/main" id="{AADD2696-8CA4-FDB0-A936-15DC06AC9C75}"/>
                </a:ext>
              </a:extLst>
            </p:cNvPr>
            <p:cNvGrpSpPr/>
            <p:nvPr/>
          </p:nvGrpSpPr>
          <p:grpSpPr>
            <a:xfrm>
              <a:off x="125217" y="2615090"/>
              <a:ext cx="2179322" cy="3034385"/>
              <a:chOff x="125217" y="2615090"/>
              <a:chExt cx="2179322" cy="3034385"/>
            </a:xfrm>
          </p:grpSpPr>
          <p:sp>
            <p:nvSpPr>
              <p:cNvPr id="49" name="TextBox 48">
                <a:extLst>
                  <a:ext uri="{FF2B5EF4-FFF2-40B4-BE49-F238E27FC236}">
                    <a16:creationId xmlns:a16="http://schemas.microsoft.com/office/drawing/2014/main" id="{EF0521CC-0571-7991-B3AD-3C30BF1E6B98}"/>
                  </a:ext>
                </a:extLst>
              </p:cNvPr>
              <p:cNvSpPr txBox="1"/>
              <p:nvPr/>
            </p:nvSpPr>
            <p:spPr>
              <a:xfrm>
                <a:off x="725001" y="4106701"/>
                <a:ext cx="979755" cy="307777"/>
              </a:xfrm>
              <a:prstGeom prst="rect">
                <a:avLst/>
              </a:prstGeom>
              <a:noFill/>
            </p:spPr>
            <p:txBody>
              <a:bodyPr wrap="none" rtlCol="0">
                <a:spAutoFit/>
              </a:bodyPr>
              <a:lstStyle/>
              <a:p>
                <a:pPr>
                  <a:spcBef>
                    <a:spcPts val="600"/>
                  </a:spcBef>
                  <a:spcAft>
                    <a:spcPts val="600"/>
                  </a:spcAft>
                </a:pPr>
                <a:r>
                  <a:rPr lang="en-US" sz="1400" b="1">
                    <a:solidFill>
                      <a:srgbClr val="3B6E8F"/>
                    </a:solidFill>
                    <a:latin typeface="Helvetica" pitchFamily="2" charset="0"/>
                    <a:cs typeface="Arial" panose="020B0604020202020204" pitchFamily="34" charset="0"/>
                  </a:rPr>
                  <a:t>Scientific</a:t>
                </a:r>
              </a:p>
            </p:txBody>
          </p:sp>
          <p:sp>
            <p:nvSpPr>
              <p:cNvPr id="50" name="TextBox 49">
                <a:extLst>
                  <a:ext uri="{FF2B5EF4-FFF2-40B4-BE49-F238E27FC236}">
                    <a16:creationId xmlns:a16="http://schemas.microsoft.com/office/drawing/2014/main" id="{57F6D8FF-6496-DD5E-8EBB-439BEA4CE0AA}"/>
                  </a:ext>
                </a:extLst>
              </p:cNvPr>
              <p:cNvSpPr txBox="1"/>
              <p:nvPr/>
            </p:nvSpPr>
            <p:spPr>
              <a:xfrm>
                <a:off x="125217" y="4633812"/>
                <a:ext cx="2179322" cy="1015663"/>
              </a:xfrm>
              <a:prstGeom prst="rect">
                <a:avLst/>
              </a:prstGeom>
              <a:noFill/>
            </p:spPr>
            <p:txBody>
              <a:bodyPr wrap="square" rtlCol="0">
                <a:spAutoFit/>
              </a:bodyPr>
              <a:lstStyle/>
              <a:p>
                <a:pPr algn="ctr"/>
                <a:r>
                  <a:rPr lang="en-AU" sz="1200">
                    <a:latin typeface="Helvetica" pitchFamily="2" charset="0"/>
                    <a:cs typeface="Arial" panose="020B0604020202020204" pitchFamily="34" charset="0"/>
                  </a:rPr>
                  <a:t>Be a national and world-leading research infrastructure and an enabling facility to support science excellence.</a:t>
                </a:r>
              </a:p>
            </p:txBody>
          </p:sp>
          <p:pic>
            <p:nvPicPr>
              <p:cNvPr id="51" name="Picture 50" descr="Icon&#10;&#10;Description automatically generated">
                <a:extLst>
                  <a:ext uri="{FF2B5EF4-FFF2-40B4-BE49-F238E27FC236}">
                    <a16:creationId xmlns:a16="http://schemas.microsoft.com/office/drawing/2014/main" id="{8B487435-7526-29C8-8C0C-20CB35A491C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18279" y="2615090"/>
                <a:ext cx="1393200" cy="1393200"/>
              </a:xfrm>
              <a:prstGeom prst="rect">
                <a:avLst/>
              </a:prstGeom>
            </p:spPr>
          </p:pic>
        </p:grpSp>
        <p:grpSp>
          <p:nvGrpSpPr>
            <p:cNvPr id="33" name="Group 32">
              <a:extLst>
                <a:ext uri="{FF2B5EF4-FFF2-40B4-BE49-F238E27FC236}">
                  <a16:creationId xmlns:a16="http://schemas.microsoft.com/office/drawing/2014/main" id="{A43A8445-EA1A-7684-DBAC-D951BC380AEF}"/>
                </a:ext>
              </a:extLst>
            </p:cNvPr>
            <p:cNvGrpSpPr/>
            <p:nvPr/>
          </p:nvGrpSpPr>
          <p:grpSpPr>
            <a:xfrm>
              <a:off x="2679455" y="2615090"/>
              <a:ext cx="1920062" cy="3041579"/>
              <a:chOff x="2679455" y="2615090"/>
              <a:chExt cx="1920062" cy="3041579"/>
            </a:xfrm>
          </p:grpSpPr>
          <p:pic>
            <p:nvPicPr>
              <p:cNvPr id="46" name="Picture 45" descr="Icon&#10;&#10;Description automatically generated">
                <a:extLst>
                  <a:ext uri="{FF2B5EF4-FFF2-40B4-BE49-F238E27FC236}">
                    <a16:creationId xmlns:a16="http://schemas.microsoft.com/office/drawing/2014/main" id="{3FEF23FF-6A65-5FD0-2EF0-0CFAB08322C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899979" y="2615090"/>
                <a:ext cx="1393200" cy="1393200"/>
              </a:xfrm>
              <a:prstGeom prst="rect">
                <a:avLst/>
              </a:prstGeom>
            </p:spPr>
          </p:pic>
          <p:sp>
            <p:nvSpPr>
              <p:cNvPr id="47" name="TextBox 46">
                <a:extLst>
                  <a:ext uri="{FF2B5EF4-FFF2-40B4-BE49-F238E27FC236}">
                    <a16:creationId xmlns:a16="http://schemas.microsoft.com/office/drawing/2014/main" id="{3515530C-88E3-D68E-096D-D819A9CEBA6B}"/>
                  </a:ext>
                </a:extLst>
              </p:cNvPr>
              <p:cNvSpPr txBox="1"/>
              <p:nvPr/>
            </p:nvSpPr>
            <p:spPr>
              <a:xfrm>
                <a:off x="2791569" y="4077837"/>
                <a:ext cx="1610019" cy="523220"/>
              </a:xfrm>
              <a:prstGeom prst="rect">
                <a:avLst/>
              </a:prstGeom>
              <a:noFill/>
            </p:spPr>
            <p:txBody>
              <a:bodyPr wrap="square" rtlCol="0">
                <a:spAutoFit/>
              </a:bodyPr>
              <a:lstStyle/>
              <a:p>
                <a:pPr algn="ctr">
                  <a:spcBef>
                    <a:spcPts val="600"/>
                  </a:spcBef>
                  <a:spcAft>
                    <a:spcPts val="600"/>
                  </a:spcAft>
                </a:pPr>
                <a:r>
                  <a:rPr lang="en-US" sz="1400" b="1">
                    <a:solidFill>
                      <a:srgbClr val="3B6E8F"/>
                    </a:solidFill>
                    <a:latin typeface="Helvetica" pitchFamily="2" charset="0"/>
                    <a:cs typeface="Arial" panose="020B0604020202020204" pitchFamily="34" charset="0"/>
                  </a:rPr>
                  <a:t>Technology &amp; Innovation</a:t>
                </a:r>
              </a:p>
            </p:txBody>
          </p:sp>
          <p:sp>
            <p:nvSpPr>
              <p:cNvPr id="48" name="TextBox 47">
                <a:extLst>
                  <a:ext uri="{FF2B5EF4-FFF2-40B4-BE49-F238E27FC236}">
                    <a16:creationId xmlns:a16="http://schemas.microsoft.com/office/drawing/2014/main" id="{B45F5DA0-3B4C-4F8E-4B56-DD30BB463D9F}"/>
                  </a:ext>
                </a:extLst>
              </p:cNvPr>
              <p:cNvSpPr txBox="1"/>
              <p:nvPr/>
            </p:nvSpPr>
            <p:spPr>
              <a:xfrm>
                <a:off x="2679455" y="4641006"/>
                <a:ext cx="1920062" cy="1015663"/>
              </a:xfrm>
              <a:prstGeom prst="rect">
                <a:avLst/>
              </a:prstGeom>
              <a:noFill/>
            </p:spPr>
            <p:txBody>
              <a:bodyPr wrap="square" rtlCol="0">
                <a:spAutoFit/>
              </a:bodyPr>
              <a:lstStyle/>
              <a:p>
                <a:pPr algn="ctr"/>
                <a:r>
                  <a:rPr lang="en-AU" sz="1200">
                    <a:latin typeface="Helvetica" pitchFamily="2" charset="0"/>
                    <a:cs typeface="Arial" panose="020B0604020202020204" pitchFamily="34" charset="0"/>
                  </a:rPr>
                  <a:t>Provide high quality scientific data and associated services, to underpin and enable innovation.</a:t>
                </a:r>
              </a:p>
            </p:txBody>
          </p:sp>
        </p:grpSp>
        <p:grpSp>
          <p:nvGrpSpPr>
            <p:cNvPr id="34" name="Group 33">
              <a:extLst>
                <a:ext uri="{FF2B5EF4-FFF2-40B4-BE49-F238E27FC236}">
                  <a16:creationId xmlns:a16="http://schemas.microsoft.com/office/drawing/2014/main" id="{80C44731-2273-8578-F1F8-55BD6E563548}"/>
                </a:ext>
              </a:extLst>
            </p:cNvPr>
            <p:cNvGrpSpPr/>
            <p:nvPr/>
          </p:nvGrpSpPr>
          <p:grpSpPr>
            <a:xfrm>
              <a:off x="5024351" y="2615090"/>
              <a:ext cx="1920062" cy="3041579"/>
              <a:chOff x="5024351" y="2615090"/>
              <a:chExt cx="1920062" cy="3041579"/>
            </a:xfrm>
          </p:grpSpPr>
          <p:pic>
            <p:nvPicPr>
              <p:cNvPr id="43" name="Picture 42" descr="Icon&#10;&#10;Description automatically generated">
                <a:extLst>
                  <a:ext uri="{FF2B5EF4-FFF2-40B4-BE49-F238E27FC236}">
                    <a16:creationId xmlns:a16="http://schemas.microsoft.com/office/drawing/2014/main" id="{0917289A-51D6-A147-A3CF-98FA59498373}"/>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281679" y="2615090"/>
                <a:ext cx="1393200" cy="1393200"/>
              </a:xfrm>
              <a:prstGeom prst="rect">
                <a:avLst/>
              </a:prstGeom>
            </p:spPr>
          </p:pic>
          <p:sp>
            <p:nvSpPr>
              <p:cNvPr id="44" name="TextBox 43">
                <a:extLst>
                  <a:ext uri="{FF2B5EF4-FFF2-40B4-BE49-F238E27FC236}">
                    <a16:creationId xmlns:a16="http://schemas.microsoft.com/office/drawing/2014/main" id="{E5D4080E-0AE7-C57A-BED7-9EBF58B9F274}"/>
                  </a:ext>
                </a:extLst>
              </p:cNvPr>
              <p:cNvSpPr txBox="1"/>
              <p:nvPr/>
            </p:nvSpPr>
            <p:spPr>
              <a:xfrm>
                <a:off x="5178688" y="4106701"/>
                <a:ext cx="1599181" cy="523220"/>
              </a:xfrm>
              <a:prstGeom prst="rect">
                <a:avLst/>
              </a:prstGeom>
              <a:noFill/>
            </p:spPr>
            <p:txBody>
              <a:bodyPr wrap="square" rtlCol="0">
                <a:spAutoFit/>
              </a:bodyPr>
              <a:lstStyle/>
              <a:p>
                <a:pPr algn="ctr">
                  <a:spcBef>
                    <a:spcPts val="600"/>
                  </a:spcBef>
                  <a:spcAft>
                    <a:spcPts val="600"/>
                  </a:spcAft>
                </a:pPr>
                <a:r>
                  <a:rPr lang="en-US" sz="1400" b="1">
                    <a:solidFill>
                      <a:srgbClr val="3B6E8F"/>
                    </a:solidFill>
                    <a:latin typeface="Helvetica" pitchFamily="2" charset="0"/>
                    <a:cs typeface="Arial" panose="020B0604020202020204" pitchFamily="34" charset="0"/>
                  </a:rPr>
                  <a:t>Training &amp; Education</a:t>
                </a:r>
              </a:p>
            </p:txBody>
          </p:sp>
          <p:sp>
            <p:nvSpPr>
              <p:cNvPr id="45" name="TextBox 44">
                <a:extLst>
                  <a:ext uri="{FF2B5EF4-FFF2-40B4-BE49-F238E27FC236}">
                    <a16:creationId xmlns:a16="http://schemas.microsoft.com/office/drawing/2014/main" id="{27ADF495-634D-CEB4-7254-A06AE873012B}"/>
                  </a:ext>
                </a:extLst>
              </p:cNvPr>
              <p:cNvSpPr txBox="1"/>
              <p:nvPr/>
            </p:nvSpPr>
            <p:spPr>
              <a:xfrm>
                <a:off x="5024351" y="4641006"/>
                <a:ext cx="1920062" cy="1015663"/>
              </a:xfrm>
              <a:prstGeom prst="rect">
                <a:avLst/>
              </a:prstGeom>
              <a:noFill/>
            </p:spPr>
            <p:txBody>
              <a:bodyPr wrap="square" rtlCol="0">
                <a:spAutoFit/>
              </a:bodyPr>
              <a:lstStyle/>
              <a:p>
                <a:pPr algn="ctr"/>
                <a:r>
                  <a:rPr lang="en-AU" sz="1200">
                    <a:latin typeface="Helvetica" pitchFamily="2" charset="0"/>
                    <a:cs typeface="Arial" panose="020B0604020202020204" pitchFamily="34" charset="0"/>
                  </a:rPr>
                  <a:t>Promote educational outreach and knowledge transfer to support the next generation of marine and climate scientists.</a:t>
                </a:r>
              </a:p>
            </p:txBody>
          </p:sp>
        </p:grpSp>
        <p:grpSp>
          <p:nvGrpSpPr>
            <p:cNvPr id="35" name="Group 34">
              <a:extLst>
                <a:ext uri="{FF2B5EF4-FFF2-40B4-BE49-F238E27FC236}">
                  <a16:creationId xmlns:a16="http://schemas.microsoft.com/office/drawing/2014/main" id="{1F799510-E86E-5ADE-522E-433345988C44}"/>
                </a:ext>
              </a:extLst>
            </p:cNvPr>
            <p:cNvGrpSpPr/>
            <p:nvPr/>
          </p:nvGrpSpPr>
          <p:grpSpPr>
            <a:xfrm>
              <a:off x="7399947" y="2615090"/>
              <a:ext cx="1920062" cy="3042431"/>
              <a:chOff x="7399947" y="2615090"/>
              <a:chExt cx="1920062" cy="3042431"/>
            </a:xfrm>
          </p:grpSpPr>
          <p:pic>
            <p:nvPicPr>
              <p:cNvPr id="40" name="Picture 39" descr="Icon&#10;&#10;Description automatically generated">
                <a:extLst>
                  <a:ext uri="{FF2B5EF4-FFF2-40B4-BE49-F238E27FC236}">
                    <a16:creationId xmlns:a16="http://schemas.microsoft.com/office/drawing/2014/main" id="{F749E685-FD7D-98FE-D2AD-6B74408E3FCF}"/>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663379" y="2615090"/>
                <a:ext cx="1393200" cy="1393200"/>
              </a:xfrm>
              <a:prstGeom prst="rect">
                <a:avLst/>
              </a:prstGeom>
            </p:spPr>
          </p:pic>
          <p:sp>
            <p:nvSpPr>
              <p:cNvPr id="41" name="TextBox 40">
                <a:extLst>
                  <a:ext uri="{FF2B5EF4-FFF2-40B4-BE49-F238E27FC236}">
                    <a16:creationId xmlns:a16="http://schemas.microsoft.com/office/drawing/2014/main" id="{51A08529-3D7B-1A32-73DA-B480565F3AB5}"/>
                  </a:ext>
                </a:extLst>
              </p:cNvPr>
              <p:cNvSpPr txBox="1"/>
              <p:nvPr/>
            </p:nvSpPr>
            <p:spPr>
              <a:xfrm>
                <a:off x="7536339" y="4106701"/>
                <a:ext cx="1647279" cy="523220"/>
              </a:xfrm>
              <a:prstGeom prst="rect">
                <a:avLst/>
              </a:prstGeom>
              <a:noFill/>
            </p:spPr>
            <p:txBody>
              <a:bodyPr wrap="square" rtlCol="0">
                <a:spAutoFit/>
              </a:bodyPr>
              <a:lstStyle/>
              <a:p>
                <a:pPr algn="ctr">
                  <a:spcBef>
                    <a:spcPts val="600"/>
                  </a:spcBef>
                  <a:spcAft>
                    <a:spcPts val="600"/>
                  </a:spcAft>
                </a:pPr>
                <a:r>
                  <a:rPr lang="en-US" sz="1400" b="1">
                    <a:solidFill>
                      <a:srgbClr val="3B6E8F"/>
                    </a:solidFill>
                    <a:latin typeface="Helvetica" pitchFamily="2" charset="0"/>
                    <a:cs typeface="Arial" panose="020B0604020202020204" pitchFamily="34" charset="0"/>
                  </a:rPr>
                  <a:t>Economic &amp; Community</a:t>
                </a:r>
              </a:p>
            </p:txBody>
          </p:sp>
          <p:sp>
            <p:nvSpPr>
              <p:cNvPr id="42" name="TextBox 41">
                <a:extLst>
                  <a:ext uri="{FF2B5EF4-FFF2-40B4-BE49-F238E27FC236}">
                    <a16:creationId xmlns:a16="http://schemas.microsoft.com/office/drawing/2014/main" id="{20D14A29-FB59-4CD8-69F9-C242B00DB6B9}"/>
                  </a:ext>
                </a:extLst>
              </p:cNvPr>
              <p:cNvSpPr txBox="1"/>
              <p:nvPr/>
            </p:nvSpPr>
            <p:spPr>
              <a:xfrm>
                <a:off x="7399947" y="4641858"/>
                <a:ext cx="1920062" cy="1015663"/>
              </a:xfrm>
              <a:prstGeom prst="rect">
                <a:avLst/>
              </a:prstGeom>
              <a:noFill/>
            </p:spPr>
            <p:txBody>
              <a:bodyPr wrap="square" rtlCol="0">
                <a:spAutoFit/>
              </a:bodyPr>
              <a:lstStyle/>
              <a:p>
                <a:pPr algn="ctr"/>
                <a:r>
                  <a:rPr lang="en-AU" sz="1200">
                    <a:latin typeface="Helvetica" pitchFamily="2" charset="0"/>
                    <a:cs typeface="Arial" panose="020B0604020202020204" pitchFamily="34" charset="0"/>
                  </a:rPr>
                  <a:t>Support regional, national and international communities, industries and clusters of scientific excellence.</a:t>
                </a:r>
              </a:p>
            </p:txBody>
          </p:sp>
        </p:grpSp>
        <p:grpSp>
          <p:nvGrpSpPr>
            <p:cNvPr id="36" name="Group 35">
              <a:extLst>
                <a:ext uri="{FF2B5EF4-FFF2-40B4-BE49-F238E27FC236}">
                  <a16:creationId xmlns:a16="http://schemas.microsoft.com/office/drawing/2014/main" id="{13601AE3-F56E-7D4F-8D0D-53A8F5F54B6F}"/>
                </a:ext>
              </a:extLst>
            </p:cNvPr>
            <p:cNvGrpSpPr/>
            <p:nvPr/>
          </p:nvGrpSpPr>
          <p:grpSpPr>
            <a:xfrm>
              <a:off x="9838506" y="2615090"/>
              <a:ext cx="1806347" cy="3041579"/>
              <a:chOff x="9838506" y="2615090"/>
              <a:chExt cx="1806347" cy="3041579"/>
            </a:xfrm>
          </p:grpSpPr>
          <p:pic>
            <p:nvPicPr>
              <p:cNvPr id="37" name="Picture 36" descr="Icon&#10;&#10;Description automatically generated">
                <a:extLst>
                  <a:ext uri="{FF2B5EF4-FFF2-40B4-BE49-F238E27FC236}">
                    <a16:creationId xmlns:a16="http://schemas.microsoft.com/office/drawing/2014/main" id="{8597034D-2EAF-2235-3DAA-4DF0A691F7ED}"/>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10045080" y="2615090"/>
                <a:ext cx="1393200" cy="1393200"/>
              </a:xfrm>
              <a:prstGeom prst="rect">
                <a:avLst/>
              </a:prstGeom>
            </p:spPr>
          </p:pic>
          <p:sp>
            <p:nvSpPr>
              <p:cNvPr id="38" name="TextBox 37">
                <a:extLst>
                  <a:ext uri="{FF2B5EF4-FFF2-40B4-BE49-F238E27FC236}">
                    <a16:creationId xmlns:a16="http://schemas.microsoft.com/office/drawing/2014/main" id="{289FDCCE-65EB-3585-93C2-A6E3D5C3EBA0}"/>
                  </a:ext>
                </a:extLst>
              </p:cNvPr>
              <p:cNvSpPr txBox="1"/>
              <p:nvPr/>
            </p:nvSpPr>
            <p:spPr>
              <a:xfrm>
                <a:off x="10385653" y="4077837"/>
                <a:ext cx="712054" cy="307777"/>
              </a:xfrm>
              <a:prstGeom prst="rect">
                <a:avLst/>
              </a:prstGeom>
              <a:noFill/>
            </p:spPr>
            <p:txBody>
              <a:bodyPr wrap="none" rtlCol="0">
                <a:spAutoFit/>
              </a:bodyPr>
              <a:lstStyle/>
              <a:p>
                <a:pPr>
                  <a:spcBef>
                    <a:spcPts val="600"/>
                  </a:spcBef>
                  <a:spcAft>
                    <a:spcPts val="600"/>
                  </a:spcAft>
                </a:pPr>
                <a:r>
                  <a:rPr lang="en-US" sz="1400" b="1">
                    <a:solidFill>
                      <a:srgbClr val="3B6E8F"/>
                    </a:solidFill>
                    <a:latin typeface="Helvetica" pitchFamily="2" charset="0"/>
                    <a:cs typeface="Arial" panose="020B0604020202020204" pitchFamily="34" charset="0"/>
                  </a:rPr>
                  <a:t>Social</a:t>
                </a:r>
              </a:p>
            </p:txBody>
          </p:sp>
          <p:sp>
            <p:nvSpPr>
              <p:cNvPr id="39" name="TextBox 38">
                <a:extLst>
                  <a:ext uri="{FF2B5EF4-FFF2-40B4-BE49-F238E27FC236}">
                    <a16:creationId xmlns:a16="http://schemas.microsoft.com/office/drawing/2014/main" id="{4F3DF55D-D7F0-FE78-6038-5C1DAD1569CF}"/>
                  </a:ext>
                </a:extLst>
              </p:cNvPr>
              <p:cNvSpPr txBox="1"/>
              <p:nvPr/>
            </p:nvSpPr>
            <p:spPr>
              <a:xfrm>
                <a:off x="9838506" y="4641006"/>
                <a:ext cx="1806347" cy="1015663"/>
              </a:xfrm>
              <a:prstGeom prst="rect">
                <a:avLst/>
              </a:prstGeom>
              <a:noFill/>
            </p:spPr>
            <p:txBody>
              <a:bodyPr wrap="square" rtlCol="0">
                <a:spAutoFit/>
              </a:bodyPr>
              <a:lstStyle/>
              <a:p>
                <a:pPr algn="ctr"/>
                <a:r>
                  <a:rPr lang="en-AU" sz="1200">
                    <a:latin typeface="Helvetica" pitchFamily="2" charset="0"/>
                    <a:cs typeface="Arial" panose="020B0604020202020204" pitchFamily="34" charset="0"/>
                  </a:rPr>
                  <a:t>Promote and support social responsibility within and beyond Australia’s marine observing system.</a:t>
                </a:r>
              </a:p>
            </p:txBody>
          </p:sp>
        </p:grpSp>
      </p:grpSp>
    </p:spTree>
    <p:extLst>
      <p:ext uri="{BB962C8B-B14F-4D97-AF65-F5344CB8AC3E}">
        <p14:creationId xmlns:p14="http://schemas.microsoft.com/office/powerpoint/2010/main" val="1708521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6CEF99C-D44B-0B60-BA61-518DD4A7887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C065F0F-4688-B547-8699-5B0DBE5063D8}"/>
              </a:ext>
            </a:extLst>
          </p:cNvPr>
          <p:cNvSpPr/>
          <p:nvPr/>
        </p:nvSpPr>
        <p:spPr>
          <a:xfrm>
            <a:off x="401784" y="645024"/>
            <a:ext cx="5280561" cy="830997"/>
          </a:xfrm>
          <a:prstGeom prst="rect">
            <a:avLst/>
          </a:prstGeom>
        </p:spPr>
        <p:txBody>
          <a:bodyPr wrap="square">
            <a:spAutoFit/>
          </a:bodyPr>
          <a:lstStyle/>
          <a:p>
            <a:r>
              <a:rPr lang="en-AU" sz="2400" b="1">
                <a:solidFill>
                  <a:srgbClr val="3C657D"/>
                </a:solidFill>
                <a:latin typeface="Helvetica" pitchFamily="2" charset="0"/>
              </a:rPr>
              <a:t>IMOS Data: Increasing knowledge of Australia’s oceans and coasts</a:t>
            </a:r>
            <a:endParaRPr lang="en-AU" sz="2400" b="1">
              <a:solidFill>
                <a:srgbClr val="3C657D"/>
              </a:solidFill>
              <a:latin typeface="Arial" panose="020B0604020202020204" pitchFamily="34" charset="0"/>
            </a:endParaRPr>
          </a:p>
        </p:txBody>
      </p:sp>
      <p:pic>
        <p:nvPicPr>
          <p:cNvPr id="3" name="Picture 2">
            <a:extLst>
              <a:ext uri="{FF2B5EF4-FFF2-40B4-BE49-F238E27FC236}">
                <a16:creationId xmlns:a16="http://schemas.microsoft.com/office/drawing/2014/main" id="{CCE58407-D6FE-5BDE-F4E9-2A38C126A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sp>
        <p:nvSpPr>
          <p:cNvPr id="5" name="TextBox 4">
            <a:extLst>
              <a:ext uri="{FF2B5EF4-FFF2-40B4-BE49-F238E27FC236}">
                <a16:creationId xmlns:a16="http://schemas.microsoft.com/office/drawing/2014/main" id="{1F3525C4-3172-6C0A-2968-3A9F3E1CCC68}"/>
              </a:ext>
            </a:extLst>
          </p:cNvPr>
          <p:cNvSpPr txBox="1"/>
          <p:nvPr/>
        </p:nvSpPr>
        <p:spPr>
          <a:xfrm>
            <a:off x="401784" y="1771519"/>
            <a:ext cx="5437714" cy="1969770"/>
          </a:xfrm>
          <a:prstGeom prst="rect">
            <a:avLst/>
          </a:prstGeom>
          <a:noFill/>
        </p:spPr>
        <p:txBody>
          <a:bodyPr wrap="square" rtlCol="0">
            <a:spAutoFit/>
          </a:bodyPr>
          <a:lstStyle/>
          <a:p>
            <a:pPr>
              <a:spcBef>
                <a:spcPts val="600"/>
              </a:spcBef>
              <a:spcAft>
                <a:spcPts val="600"/>
              </a:spcAft>
            </a:pPr>
            <a:r>
              <a:rPr lang="en-US">
                <a:latin typeface="Helvetica" pitchFamily="2" charset="0"/>
                <a:cs typeface="Arial" panose="020B0604020202020204" pitchFamily="34" charset="0"/>
              </a:rPr>
              <a:t>All data collected is:</a:t>
            </a:r>
          </a:p>
          <a:p>
            <a:pPr marL="342000" lvl="1" indent="-342000">
              <a:spcBef>
                <a:spcPts val="600"/>
              </a:spcBef>
              <a:spcAft>
                <a:spcPts val="600"/>
              </a:spcAft>
              <a:buFont typeface="Arial" panose="020B0604020202020204" pitchFamily="34" charset="0"/>
              <a:buChar char="•"/>
            </a:pPr>
            <a:r>
              <a:rPr lang="en-US" sz="1600">
                <a:latin typeface="Helvetica" pitchFamily="2" charset="0"/>
                <a:cs typeface="Arial" panose="020B0604020202020204" pitchFamily="34" charset="0"/>
              </a:rPr>
              <a:t>discoverable</a:t>
            </a:r>
          </a:p>
          <a:p>
            <a:pPr marL="342000" lvl="1" indent="-342000">
              <a:spcBef>
                <a:spcPts val="600"/>
              </a:spcBef>
              <a:spcAft>
                <a:spcPts val="600"/>
              </a:spcAft>
              <a:buFont typeface="Arial" panose="020B0604020202020204" pitchFamily="34" charset="0"/>
              <a:buChar char="•"/>
            </a:pPr>
            <a:r>
              <a:rPr lang="en-US" sz="1600">
                <a:latin typeface="Helvetica" pitchFamily="2" charset="0"/>
                <a:cs typeface="Arial" panose="020B0604020202020204" pitchFamily="34" charset="0"/>
              </a:rPr>
              <a:t>openly accessible </a:t>
            </a:r>
          </a:p>
          <a:p>
            <a:pPr marL="342000" lvl="1" indent="-342000">
              <a:spcBef>
                <a:spcPts val="600"/>
              </a:spcBef>
              <a:spcAft>
                <a:spcPts val="600"/>
              </a:spcAft>
              <a:buFont typeface="Arial" panose="020B0604020202020204" pitchFamily="34" charset="0"/>
              <a:buChar char="•"/>
            </a:pPr>
            <a:r>
              <a:rPr lang="en-US" sz="1600">
                <a:latin typeface="Helvetica" pitchFamily="2" charset="0"/>
                <a:cs typeface="Arial" panose="020B0604020202020204" pitchFamily="34" charset="0"/>
              </a:rPr>
              <a:t>usable</a:t>
            </a:r>
          </a:p>
          <a:p>
            <a:pPr marL="342000" lvl="1" indent="-342000">
              <a:spcBef>
                <a:spcPts val="600"/>
              </a:spcBef>
              <a:spcAft>
                <a:spcPts val="600"/>
              </a:spcAft>
              <a:buFont typeface="Arial" panose="020B0604020202020204" pitchFamily="34" charset="0"/>
              <a:buChar char="•"/>
            </a:pPr>
            <a:r>
              <a:rPr lang="en-US" sz="1600">
                <a:latin typeface="Helvetica" pitchFamily="2" charset="0"/>
                <a:cs typeface="Arial" panose="020B0604020202020204" pitchFamily="34" charset="0"/>
              </a:rPr>
              <a:t>reusable</a:t>
            </a:r>
          </a:p>
        </p:txBody>
      </p:sp>
      <p:pic>
        <p:nvPicPr>
          <p:cNvPr id="8" name="Picture 7" descr="A submarine in the water&#10;&#10;Description automatically generated">
            <a:extLst>
              <a:ext uri="{FF2B5EF4-FFF2-40B4-BE49-F238E27FC236}">
                <a16:creationId xmlns:a16="http://schemas.microsoft.com/office/drawing/2014/main" id="{EE430E26-3940-1994-2A07-BC24A164E6F4}"/>
              </a:ext>
            </a:extLst>
          </p:cNvPr>
          <p:cNvPicPr>
            <a:picLocks noChangeAspect="1"/>
          </p:cNvPicPr>
          <p:nvPr/>
        </p:nvPicPr>
        <p:blipFill>
          <a:blip r:embed="rId4"/>
          <a:stretch>
            <a:fillRect/>
          </a:stretch>
        </p:blipFill>
        <p:spPr>
          <a:xfrm>
            <a:off x="6618514" y="108604"/>
            <a:ext cx="5486400" cy="5486400"/>
          </a:xfrm>
          <a:prstGeom prst="rect">
            <a:avLst/>
          </a:prstGeom>
        </p:spPr>
      </p:pic>
    </p:spTree>
    <p:extLst>
      <p:ext uri="{BB962C8B-B14F-4D97-AF65-F5344CB8AC3E}">
        <p14:creationId xmlns:p14="http://schemas.microsoft.com/office/powerpoint/2010/main" val="1063089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1BBB037-44BF-E17A-7777-C41CA9C45852}"/>
            </a:ext>
          </a:extLst>
        </p:cNvPr>
        <p:cNvGrpSpPr/>
        <p:nvPr/>
      </p:nvGrpSpPr>
      <p:grpSpPr>
        <a:xfrm>
          <a:off x="0" y="0"/>
          <a:ext cx="0" cy="0"/>
          <a:chOff x="0" y="0"/>
          <a:chExt cx="0" cy="0"/>
        </a:xfrm>
      </p:grpSpPr>
      <p:pic>
        <p:nvPicPr>
          <p:cNvPr id="5" name="Picture 4" descr="A close-up of a painting&#10;&#10;AI-generated content may be incorrect.">
            <a:extLst>
              <a:ext uri="{FF2B5EF4-FFF2-40B4-BE49-F238E27FC236}">
                <a16:creationId xmlns:a16="http://schemas.microsoft.com/office/drawing/2014/main" id="{338A0473-60D5-3D68-4A94-EEE4E9D99BF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25666"/>
            <a:ext cx="12192000" cy="6858000"/>
          </a:xfrm>
          <a:prstGeom prst="rect">
            <a:avLst/>
          </a:prstGeom>
        </p:spPr>
      </p:pic>
      <p:sp>
        <p:nvSpPr>
          <p:cNvPr id="13" name="TextBox 12">
            <a:extLst>
              <a:ext uri="{FF2B5EF4-FFF2-40B4-BE49-F238E27FC236}">
                <a16:creationId xmlns:a16="http://schemas.microsoft.com/office/drawing/2014/main" id="{45A9C8FB-113A-C41D-4CB5-805B99B205A8}"/>
              </a:ext>
            </a:extLst>
          </p:cNvPr>
          <p:cNvSpPr txBox="1"/>
          <p:nvPr/>
        </p:nvSpPr>
        <p:spPr>
          <a:xfrm>
            <a:off x="6027089" y="5988620"/>
            <a:ext cx="4714176" cy="584775"/>
          </a:xfrm>
          <a:prstGeom prst="rect">
            <a:avLst/>
          </a:prstGeom>
          <a:noFill/>
        </p:spPr>
        <p:txBody>
          <a:bodyPr wrap="square">
            <a:spAutoFit/>
          </a:bodyPr>
          <a:lstStyle/>
          <a:p>
            <a:pPr algn="r"/>
            <a:r>
              <a:rPr lang="en-AU" sz="800" b="0" u="none" strike="noStrike" dirty="0">
                <a:solidFill>
                  <a:srgbClr val="090C02"/>
                </a:solidFill>
                <a:effectLst/>
                <a:latin typeface="Open Sans" panose="020B0606030504020204" pitchFamily="34" charset="0"/>
              </a:rPr>
              <a:t>Tarquin Singleton, </a:t>
            </a:r>
            <a:r>
              <a:rPr lang="en-AU" sz="800" b="0" u="none" strike="noStrike" dirty="0" err="1">
                <a:solidFill>
                  <a:srgbClr val="090C02"/>
                </a:solidFill>
                <a:effectLst/>
                <a:latin typeface="Open Sans" panose="020B0606030504020204" pitchFamily="34" charset="0"/>
              </a:rPr>
              <a:t>Yirrganydji</a:t>
            </a:r>
            <a:r>
              <a:rPr lang="en-AU" sz="800" b="0" u="none" strike="noStrike" dirty="0">
                <a:solidFill>
                  <a:srgbClr val="090C02"/>
                </a:solidFill>
                <a:effectLst/>
                <a:latin typeface="Open Sans" panose="020B0606030504020204" pitchFamily="34" charset="0"/>
              </a:rPr>
              <a:t>, is an illustrator and designer, who has worked on Country as a </a:t>
            </a:r>
            <a:r>
              <a:rPr lang="en-AU" sz="800" b="0" u="none" strike="noStrike" dirty="0" err="1">
                <a:solidFill>
                  <a:srgbClr val="090C02"/>
                </a:solidFill>
                <a:effectLst/>
                <a:latin typeface="Open Sans" panose="020B0606030504020204" pitchFamily="34" charset="0"/>
              </a:rPr>
              <a:t>Yirrgandji</a:t>
            </a:r>
            <a:r>
              <a:rPr lang="en-AU" sz="800" b="0" u="none" strike="noStrike" dirty="0">
                <a:solidFill>
                  <a:srgbClr val="090C02"/>
                </a:solidFill>
                <a:effectLst/>
                <a:latin typeface="Open Sans" panose="020B0606030504020204" pitchFamily="34" charset="0"/>
              </a:rPr>
              <a:t> ranger and in cultural engagement for many years. His design work is a combination of traditional Aboriginal art and modern and western art. Tarquin draws his inspiration for his designs from </a:t>
            </a:r>
            <a:r>
              <a:rPr lang="en-AU" sz="800" b="0" u="none" strike="noStrike" dirty="0" err="1">
                <a:solidFill>
                  <a:srgbClr val="090C02"/>
                </a:solidFill>
                <a:effectLst/>
                <a:latin typeface="Open Sans" panose="020B0606030504020204" pitchFamily="34" charset="0"/>
              </a:rPr>
              <a:t>Bulmba</a:t>
            </a:r>
            <a:r>
              <a:rPr lang="en-AU" sz="800" b="0" u="none" strike="noStrike" dirty="0">
                <a:solidFill>
                  <a:srgbClr val="090C02"/>
                </a:solidFill>
                <a:effectLst/>
                <a:latin typeface="Open Sans" panose="020B0606030504020204" pitchFamily="34" charset="0"/>
              </a:rPr>
              <a:t> (Country), </a:t>
            </a:r>
            <a:r>
              <a:rPr lang="en-AU" sz="800" b="0" u="none" strike="noStrike" dirty="0" err="1">
                <a:solidFill>
                  <a:srgbClr val="090C02"/>
                </a:solidFill>
                <a:effectLst/>
                <a:latin typeface="Open Sans" panose="020B0606030504020204" pitchFamily="34" charset="0"/>
              </a:rPr>
              <a:t>Kulbul</a:t>
            </a:r>
            <a:r>
              <a:rPr lang="en-AU" sz="800" b="0" u="none" strike="noStrike" dirty="0">
                <a:solidFill>
                  <a:srgbClr val="090C02"/>
                </a:solidFill>
                <a:effectLst/>
                <a:latin typeface="Open Sans" panose="020B0606030504020204" pitchFamily="34" charset="0"/>
              </a:rPr>
              <a:t> (Sea Country) and </a:t>
            </a:r>
            <a:r>
              <a:rPr lang="en-AU" sz="800" b="0" u="none" strike="noStrike" dirty="0" err="1">
                <a:solidFill>
                  <a:srgbClr val="090C02"/>
                </a:solidFill>
                <a:effectLst/>
                <a:latin typeface="Open Sans" panose="020B0606030504020204" pitchFamily="34" charset="0"/>
              </a:rPr>
              <a:t>Bulurru</a:t>
            </a:r>
            <a:r>
              <a:rPr lang="en-AU" sz="800" b="0" u="none" strike="noStrike" dirty="0">
                <a:solidFill>
                  <a:srgbClr val="090C02"/>
                </a:solidFill>
                <a:effectLst/>
                <a:latin typeface="Open Sans" panose="020B0606030504020204" pitchFamily="34" charset="0"/>
              </a:rPr>
              <a:t> (Lore, Creator, Culture).</a:t>
            </a:r>
            <a:endParaRPr lang="en-US" sz="800" dirty="0"/>
          </a:p>
        </p:txBody>
      </p:sp>
      <p:pic>
        <p:nvPicPr>
          <p:cNvPr id="3" name="Picture 2">
            <a:extLst>
              <a:ext uri="{FF2B5EF4-FFF2-40B4-BE49-F238E27FC236}">
                <a16:creationId xmlns:a16="http://schemas.microsoft.com/office/drawing/2014/main" id="{6EB4B14B-3745-713B-328B-190E3B4DA2E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sp>
        <p:nvSpPr>
          <p:cNvPr id="6" name="Rectangle 5">
            <a:extLst>
              <a:ext uri="{FF2B5EF4-FFF2-40B4-BE49-F238E27FC236}">
                <a16:creationId xmlns:a16="http://schemas.microsoft.com/office/drawing/2014/main" id="{62EF0675-D3C4-7D8B-2AB0-B63E4B92BAAA}"/>
              </a:ext>
            </a:extLst>
          </p:cNvPr>
          <p:cNvSpPr/>
          <p:nvPr/>
        </p:nvSpPr>
        <p:spPr>
          <a:xfrm>
            <a:off x="422439" y="645024"/>
            <a:ext cx="4589749" cy="461665"/>
          </a:xfrm>
          <a:prstGeom prst="rect">
            <a:avLst/>
          </a:prstGeom>
        </p:spPr>
        <p:txBody>
          <a:bodyPr wrap="square">
            <a:spAutoFit/>
          </a:bodyPr>
          <a:lstStyle/>
          <a:p>
            <a:r>
              <a:rPr lang="en-AU" sz="2400" b="1">
                <a:solidFill>
                  <a:srgbClr val="3B6E8F"/>
                </a:solidFill>
                <a:latin typeface="Helvetica" pitchFamily="2" charset="0"/>
              </a:rPr>
              <a:t>Around the campfire</a:t>
            </a:r>
            <a:endParaRPr lang="en-AU" sz="2400" b="1">
              <a:solidFill>
                <a:srgbClr val="3B6E8F"/>
              </a:solidFill>
              <a:latin typeface="Arial" panose="020B0604020202020204" pitchFamily="34" charset="0"/>
            </a:endParaRPr>
          </a:p>
        </p:txBody>
      </p:sp>
      <p:graphicFrame>
        <p:nvGraphicFramePr>
          <p:cNvPr id="9" name="Table 8">
            <a:extLst>
              <a:ext uri="{FF2B5EF4-FFF2-40B4-BE49-F238E27FC236}">
                <a16:creationId xmlns:a16="http://schemas.microsoft.com/office/drawing/2014/main" id="{C09F6916-0328-8F0E-B7A7-202C86DE792C}"/>
              </a:ext>
            </a:extLst>
          </p:cNvPr>
          <p:cNvGraphicFramePr>
            <a:graphicFrameLocks noGrp="1"/>
          </p:cNvGraphicFramePr>
          <p:nvPr>
            <p:extLst>
              <p:ext uri="{D42A27DB-BD31-4B8C-83A1-F6EECF244321}">
                <p14:modId xmlns:p14="http://schemas.microsoft.com/office/powerpoint/2010/main" val="1004683473"/>
              </p:ext>
            </p:extLst>
          </p:nvPr>
        </p:nvGraphicFramePr>
        <p:xfrm>
          <a:off x="487854" y="1386646"/>
          <a:ext cx="3554376" cy="4136040"/>
        </p:xfrm>
        <a:graphic>
          <a:graphicData uri="http://schemas.openxmlformats.org/drawingml/2006/table">
            <a:tbl>
              <a:tblPr/>
              <a:tblGrid>
                <a:gridCol w="3554376">
                  <a:extLst>
                    <a:ext uri="{9D8B030D-6E8A-4147-A177-3AD203B41FA5}">
                      <a16:colId xmlns:a16="http://schemas.microsoft.com/office/drawing/2014/main" val="844280673"/>
                    </a:ext>
                  </a:extLst>
                </a:gridCol>
              </a:tblGrid>
              <a:tr h="4136040">
                <a:tc>
                  <a:txBody>
                    <a:bodyPr/>
                    <a:lstStyle/>
                    <a:p>
                      <a:r>
                        <a:rPr lang="en-AU" sz="1800" b="0" i="0" u="none" strike="noStrike" kern="1200" dirty="0">
                          <a:solidFill>
                            <a:schemeClr val="tx1"/>
                          </a:solidFill>
                          <a:effectLst/>
                          <a:latin typeface="+mn-lt"/>
                          <a:ea typeface="+mn-ea"/>
                          <a:cs typeface="+mn-cs"/>
                        </a:rPr>
                        <a:t>IMOS has been enhancing our connections and partnerships with First Nations.</a:t>
                      </a:r>
                    </a:p>
                    <a:p>
                      <a:endParaRPr lang="en-AU" sz="1800" b="0" i="0" u="none" strike="noStrike" kern="1200" dirty="0">
                        <a:solidFill>
                          <a:schemeClr val="tx1"/>
                        </a:solidFill>
                        <a:effectLst/>
                        <a:latin typeface="+mn-lt"/>
                        <a:ea typeface="+mn-ea"/>
                        <a:cs typeface="+mn-cs"/>
                      </a:endParaRPr>
                    </a:p>
                    <a:p>
                      <a:r>
                        <a:rPr lang="en-AU" sz="1800" b="0" i="0" u="none" strike="noStrike" kern="1200" dirty="0">
                          <a:solidFill>
                            <a:schemeClr val="tx1"/>
                          </a:solidFill>
                          <a:effectLst/>
                          <a:latin typeface="+mn-lt"/>
                          <a:ea typeface="+mn-ea"/>
                          <a:cs typeface="+mn-cs"/>
                        </a:rPr>
                        <a:t>IMOS worked with designer Tarquin Singleton, </a:t>
                      </a:r>
                      <a:r>
                        <a:rPr lang="en-AU" sz="1800" b="0" i="0" u="none" strike="noStrike" kern="1200" dirty="0" err="1">
                          <a:solidFill>
                            <a:schemeClr val="tx1"/>
                          </a:solidFill>
                          <a:effectLst/>
                          <a:latin typeface="+mn-lt"/>
                          <a:ea typeface="+mn-ea"/>
                          <a:cs typeface="+mn-cs"/>
                        </a:rPr>
                        <a:t>Yirrganydji</a:t>
                      </a:r>
                      <a:r>
                        <a:rPr lang="en-AU" sz="1800" b="0" i="0" u="none" strike="noStrike" kern="1200" dirty="0">
                          <a:solidFill>
                            <a:schemeClr val="tx1"/>
                          </a:solidFill>
                          <a:effectLst/>
                          <a:latin typeface="+mn-lt"/>
                          <a:ea typeface="+mn-ea"/>
                          <a:cs typeface="+mn-cs"/>
                        </a:rPr>
                        <a:t>, to create a piece of Sea Country artwork. The beautiful design exemplifies the role of IMOS in fostering collaboration between indigenous wisdom and modern science to provide an inclusive understanding of our marine environments. </a:t>
                      </a:r>
                      <a:endParaRPr lang="en-AU" sz="1600" b="0" i="0" kern="1200" dirty="0">
                        <a:solidFill>
                          <a:schemeClr val="tx1"/>
                        </a:solidFill>
                        <a:effectLst/>
                        <a:latin typeface="Helvetica" pitchFamily="2" charset="0"/>
                        <a:ea typeface="+mn-ea"/>
                        <a:cs typeface="+mn-cs"/>
                      </a:endParaRPr>
                    </a:p>
                  </a:txBody>
                  <a:tcPr marL="47625" marR="47625" marT="0" marB="0">
                    <a:lnL>
                      <a:noFill/>
                    </a:lnL>
                    <a:lnR>
                      <a:noFill/>
                    </a:lnR>
                    <a:lnT>
                      <a:noFill/>
                    </a:lnT>
                    <a:lnB>
                      <a:noFill/>
                    </a:lnB>
                  </a:tcPr>
                </a:tc>
                <a:extLst>
                  <a:ext uri="{0D108BD9-81ED-4DB2-BD59-A6C34878D82A}">
                    <a16:rowId xmlns:a16="http://schemas.microsoft.com/office/drawing/2014/main" val="2435693371"/>
                  </a:ext>
                </a:extLst>
              </a:tr>
            </a:tbl>
          </a:graphicData>
        </a:graphic>
      </p:graphicFrame>
      <p:pic>
        <p:nvPicPr>
          <p:cNvPr id="11" name="Picture 10" descr="A person wearing a scuba gear&#10;&#10;Description automatically generated">
            <a:extLst>
              <a:ext uri="{FF2B5EF4-FFF2-40B4-BE49-F238E27FC236}">
                <a16:creationId xmlns:a16="http://schemas.microsoft.com/office/drawing/2014/main" id="{E82D762F-E0DC-1971-B633-2EB219CF1E8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874828" y="5747657"/>
            <a:ext cx="1001486" cy="1001486"/>
          </a:xfrm>
          <a:prstGeom prst="rect">
            <a:avLst/>
          </a:prstGeom>
        </p:spPr>
      </p:pic>
      <p:sp>
        <p:nvSpPr>
          <p:cNvPr id="7" name="TextBox 6">
            <a:extLst>
              <a:ext uri="{FF2B5EF4-FFF2-40B4-BE49-F238E27FC236}">
                <a16:creationId xmlns:a16="http://schemas.microsoft.com/office/drawing/2014/main" id="{08A48B24-4A0D-D0F6-9D03-D3F127D3EC01}"/>
              </a:ext>
            </a:extLst>
          </p:cNvPr>
          <p:cNvSpPr txBox="1"/>
          <p:nvPr/>
        </p:nvSpPr>
        <p:spPr>
          <a:xfrm>
            <a:off x="438342" y="5357284"/>
            <a:ext cx="2885304" cy="338554"/>
          </a:xfrm>
          <a:prstGeom prst="rect">
            <a:avLst/>
          </a:prstGeom>
          <a:noFill/>
        </p:spPr>
        <p:txBody>
          <a:bodyPr wrap="square">
            <a:spAutoFit/>
          </a:bodyPr>
          <a:lstStyle/>
          <a:p>
            <a:r>
              <a:rPr lang="en-AU" sz="800" b="0" u="none" strike="noStrike" dirty="0">
                <a:solidFill>
                  <a:srgbClr val="090C02"/>
                </a:solidFill>
                <a:effectLst/>
                <a:latin typeface="Open Sans" panose="020B0606030504020204" pitchFamily="34" charset="0"/>
              </a:rPr>
              <a:t>The artwork is for use by the IMOS office and is not to be reproduced or used without permission.</a:t>
            </a:r>
            <a:endParaRPr lang="en-US" sz="800" dirty="0"/>
          </a:p>
        </p:txBody>
      </p:sp>
    </p:spTree>
    <p:extLst>
      <p:ext uri="{BB962C8B-B14F-4D97-AF65-F5344CB8AC3E}">
        <p14:creationId xmlns:p14="http://schemas.microsoft.com/office/powerpoint/2010/main" val="468784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88BA05D-58DC-A97D-3CA4-657937A83099}"/>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6EF7957-539F-D998-765D-2666EA9E9A0E}"/>
              </a:ext>
            </a:extLst>
          </p:cNvPr>
          <p:cNvSpPr/>
          <p:nvPr/>
        </p:nvSpPr>
        <p:spPr>
          <a:xfrm>
            <a:off x="90610" y="87463"/>
            <a:ext cx="5280561" cy="461665"/>
          </a:xfrm>
          <a:prstGeom prst="rect">
            <a:avLst/>
          </a:prstGeom>
        </p:spPr>
        <p:txBody>
          <a:bodyPr wrap="square">
            <a:spAutoFit/>
          </a:bodyPr>
          <a:lstStyle/>
          <a:p>
            <a:r>
              <a:rPr lang="en-AU" sz="2400" b="1">
                <a:solidFill>
                  <a:srgbClr val="3C657D"/>
                </a:solidFill>
                <a:latin typeface="Helvetica" pitchFamily="2" charset="0"/>
              </a:rPr>
              <a:t>Facility / active sub-Facility icons</a:t>
            </a:r>
            <a:endParaRPr lang="en-AU" sz="2400" b="1">
              <a:solidFill>
                <a:srgbClr val="3C657D"/>
              </a:solidFill>
              <a:latin typeface="Arial" panose="020B0604020202020204" pitchFamily="34" charset="0"/>
            </a:endParaRPr>
          </a:p>
        </p:txBody>
      </p:sp>
      <p:pic>
        <p:nvPicPr>
          <p:cNvPr id="6" name="Picture 5" descr="A blue and white drawing of a cone&#10;&#10;Description automatically generated">
            <a:extLst>
              <a:ext uri="{FF2B5EF4-FFF2-40B4-BE49-F238E27FC236}">
                <a16:creationId xmlns:a16="http://schemas.microsoft.com/office/drawing/2014/main" id="{C84C532B-5A35-8438-B901-D7BC71E072A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9306" y="804747"/>
            <a:ext cx="1011046" cy="1011046"/>
          </a:xfrm>
          <a:prstGeom prst="rect">
            <a:avLst/>
          </a:prstGeom>
        </p:spPr>
      </p:pic>
      <p:pic>
        <p:nvPicPr>
          <p:cNvPr id="9" name="Picture 8" descr="A shark and antenna with waves&#10;&#10;Description automatically generated with medium confidence">
            <a:extLst>
              <a:ext uri="{FF2B5EF4-FFF2-40B4-BE49-F238E27FC236}">
                <a16:creationId xmlns:a16="http://schemas.microsoft.com/office/drawing/2014/main" id="{455F05A3-EC40-94FA-DE00-C3401C2C7D5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312128" y="804747"/>
            <a:ext cx="1011046" cy="1011046"/>
          </a:xfrm>
          <a:prstGeom prst="rect">
            <a:avLst/>
          </a:prstGeom>
        </p:spPr>
      </p:pic>
      <p:pic>
        <p:nvPicPr>
          <p:cNvPr id="11" name="Picture 10" descr="A sea animal and turtle&#10;&#10;Description automatically generated">
            <a:extLst>
              <a:ext uri="{FF2B5EF4-FFF2-40B4-BE49-F238E27FC236}">
                <a16:creationId xmlns:a16="http://schemas.microsoft.com/office/drawing/2014/main" id="{FADBA3E7-DAB4-2CB4-8013-BF5F34C4F7C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404950" y="804747"/>
            <a:ext cx="1011046" cy="1011046"/>
          </a:xfrm>
          <a:prstGeom prst="rect">
            <a:avLst/>
          </a:prstGeom>
        </p:spPr>
      </p:pic>
      <p:pic>
        <p:nvPicPr>
          <p:cNvPr id="13" name="Picture 12" descr="A group of fish silhouettes&#10;&#10;Description automatically generated">
            <a:extLst>
              <a:ext uri="{FF2B5EF4-FFF2-40B4-BE49-F238E27FC236}">
                <a16:creationId xmlns:a16="http://schemas.microsoft.com/office/drawing/2014/main" id="{B6AC714D-DC51-B06A-EFD4-4AFED86FF9B3}"/>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494055" y="804747"/>
            <a:ext cx="1011046" cy="1011046"/>
          </a:xfrm>
          <a:prstGeom prst="rect">
            <a:avLst/>
          </a:prstGeom>
        </p:spPr>
      </p:pic>
      <p:pic>
        <p:nvPicPr>
          <p:cNvPr id="15" name="Picture 14" descr="A blue syringe with a needle&#10;&#10;Description automatically generated">
            <a:extLst>
              <a:ext uri="{FF2B5EF4-FFF2-40B4-BE49-F238E27FC236}">
                <a16:creationId xmlns:a16="http://schemas.microsoft.com/office/drawing/2014/main" id="{F8104CC7-2A6B-8C8B-6167-9EE9F7767D7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583160" y="804747"/>
            <a:ext cx="1011046" cy="1011046"/>
          </a:xfrm>
          <a:prstGeom prst="rect">
            <a:avLst/>
          </a:prstGeom>
        </p:spPr>
      </p:pic>
      <p:pic>
        <p:nvPicPr>
          <p:cNvPr id="17" name="Picture 16" descr="A blue outline of a bird&#10;&#10;Description automatically generated">
            <a:extLst>
              <a:ext uri="{FF2B5EF4-FFF2-40B4-BE49-F238E27FC236}">
                <a16:creationId xmlns:a16="http://schemas.microsoft.com/office/drawing/2014/main" id="{3FAFFEC8-3CFB-13D0-AC4E-F7D7DA106671}"/>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5672265" y="804747"/>
            <a:ext cx="1011046" cy="1011046"/>
          </a:xfrm>
          <a:prstGeom prst="rect">
            <a:avLst/>
          </a:prstGeom>
        </p:spPr>
      </p:pic>
      <p:pic>
        <p:nvPicPr>
          <p:cNvPr id="19" name="Picture 18" descr="A fishing boat and fish&#10;&#10;Description automatically generated">
            <a:extLst>
              <a:ext uri="{FF2B5EF4-FFF2-40B4-BE49-F238E27FC236}">
                <a16:creationId xmlns:a16="http://schemas.microsoft.com/office/drawing/2014/main" id="{67B19E15-345F-789F-7D4C-C91AF3BE2211}"/>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6761370" y="804747"/>
            <a:ext cx="1011046" cy="1011046"/>
          </a:xfrm>
          <a:prstGeom prst="rect">
            <a:avLst/>
          </a:prstGeom>
        </p:spPr>
      </p:pic>
      <p:pic>
        <p:nvPicPr>
          <p:cNvPr id="21" name="Picture 20" descr="A blue syringe with a needle&#10;&#10;Description automatically generated">
            <a:extLst>
              <a:ext uri="{FF2B5EF4-FFF2-40B4-BE49-F238E27FC236}">
                <a16:creationId xmlns:a16="http://schemas.microsoft.com/office/drawing/2014/main" id="{9F86C1AD-D7A2-E89C-20B2-E2688C99EEF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7850475" y="804747"/>
            <a:ext cx="1011046" cy="1011046"/>
          </a:xfrm>
          <a:prstGeom prst="rect">
            <a:avLst/>
          </a:prstGeom>
        </p:spPr>
      </p:pic>
      <p:pic>
        <p:nvPicPr>
          <p:cNvPr id="23" name="Picture 22" descr="A blue drawing of a boat&#10;&#10;Description automatically generated">
            <a:extLst>
              <a:ext uri="{FF2B5EF4-FFF2-40B4-BE49-F238E27FC236}">
                <a16:creationId xmlns:a16="http://schemas.microsoft.com/office/drawing/2014/main" id="{DA192639-954B-0137-A768-BD7D44F3BBB7}"/>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8939580" y="804747"/>
            <a:ext cx="1011046" cy="1011046"/>
          </a:xfrm>
          <a:prstGeom prst="rect">
            <a:avLst/>
          </a:prstGeom>
        </p:spPr>
      </p:pic>
      <p:pic>
        <p:nvPicPr>
          <p:cNvPr id="25" name="Picture 24">
            <a:extLst>
              <a:ext uri="{FF2B5EF4-FFF2-40B4-BE49-F238E27FC236}">
                <a16:creationId xmlns:a16="http://schemas.microsoft.com/office/drawing/2014/main" id="{8BF02063-45CB-C754-98FA-89A6273601F9}"/>
              </a:ext>
            </a:extLst>
          </p:cNvPr>
          <p:cNvPicPr>
            <a:picLocks noChangeAspect="1"/>
          </p:cNvPicPr>
          <p:nvPr/>
        </p:nvPicPr>
        <p:blipFill>
          <a:blip r:embed="rId12" cstate="screen">
            <a:extLst>
              <a:ext uri="{28A0092B-C50C-407E-A947-70E740481C1C}">
                <a14:useLocalDpi xmlns:a14="http://schemas.microsoft.com/office/drawing/2010/main"/>
              </a:ext>
            </a:extLst>
          </a:blip>
          <a:srcRect/>
          <a:stretch/>
        </p:blipFill>
        <p:spPr>
          <a:xfrm>
            <a:off x="10028685" y="804747"/>
            <a:ext cx="1011046" cy="1011046"/>
          </a:xfrm>
          <a:prstGeom prst="rect">
            <a:avLst/>
          </a:prstGeom>
        </p:spPr>
      </p:pic>
      <p:pic>
        <p:nvPicPr>
          <p:cNvPr id="27" name="Picture 26" descr="A blue drawing of a buoy in the ocean&#10;&#10;Description automatically generated">
            <a:extLst>
              <a:ext uri="{FF2B5EF4-FFF2-40B4-BE49-F238E27FC236}">
                <a16:creationId xmlns:a16="http://schemas.microsoft.com/office/drawing/2014/main" id="{9EE27600-435B-5ED1-439F-E3C9D007263A}"/>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219306" y="1905000"/>
            <a:ext cx="1011046" cy="1011046"/>
          </a:xfrm>
          <a:prstGeom prst="rect">
            <a:avLst/>
          </a:prstGeom>
        </p:spPr>
      </p:pic>
      <p:pic>
        <p:nvPicPr>
          <p:cNvPr id="29" name="Picture 28" descr="A blue and white drawing of a missile&#10;&#10;Description automatically generated">
            <a:extLst>
              <a:ext uri="{FF2B5EF4-FFF2-40B4-BE49-F238E27FC236}">
                <a16:creationId xmlns:a16="http://schemas.microsoft.com/office/drawing/2014/main" id="{42747009-34FD-803A-BF7D-F5A3C4BA2496}"/>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1312128" y="1905000"/>
            <a:ext cx="1011046" cy="1011046"/>
          </a:xfrm>
          <a:prstGeom prst="rect">
            <a:avLst/>
          </a:prstGeom>
        </p:spPr>
      </p:pic>
      <p:pic>
        <p:nvPicPr>
          <p:cNvPr id="31" name="Picture 30" descr="A blue and white object&#10;&#10;Description automatically generated">
            <a:extLst>
              <a:ext uri="{FF2B5EF4-FFF2-40B4-BE49-F238E27FC236}">
                <a16:creationId xmlns:a16="http://schemas.microsoft.com/office/drawing/2014/main" id="{4802AE9B-E4E0-75B2-33B3-C535125AC333}"/>
              </a:ext>
            </a:extLst>
          </p:cNvPr>
          <p:cNvPicPr>
            <a:picLocks noChangeAspect="1"/>
          </p:cNvPicPr>
          <p:nvPr/>
        </p:nvPicPr>
        <p:blipFill>
          <a:blip r:embed="rId15" cstate="screen">
            <a:extLst>
              <a:ext uri="{28A0092B-C50C-407E-A947-70E740481C1C}">
                <a14:useLocalDpi xmlns:a14="http://schemas.microsoft.com/office/drawing/2010/main"/>
              </a:ext>
            </a:extLst>
          </a:blip>
          <a:stretch>
            <a:fillRect/>
          </a:stretch>
        </p:blipFill>
        <p:spPr>
          <a:xfrm>
            <a:off x="2404950" y="1905000"/>
            <a:ext cx="1011046" cy="1011046"/>
          </a:xfrm>
          <a:prstGeom prst="rect">
            <a:avLst/>
          </a:prstGeom>
        </p:spPr>
      </p:pic>
      <p:pic>
        <p:nvPicPr>
          <p:cNvPr id="33" name="Picture 32" descr="A blue and white drawing of a missile&#10;&#10;Description automatically generated">
            <a:extLst>
              <a:ext uri="{FF2B5EF4-FFF2-40B4-BE49-F238E27FC236}">
                <a16:creationId xmlns:a16="http://schemas.microsoft.com/office/drawing/2014/main" id="{2CDB2092-4DDE-C244-031C-796D7C28C200}"/>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3494055" y="1905000"/>
            <a:ext cx="1011046" cy="1011046"/>
          </a:xfrm>
          <a:prstGeom prst="rect">
            <a:avLst/>
          </a:prstGeom>
        </p:spPr>
      </p:pic>
      <p:pic>
        <p:nvPicPr>
          <p:cNvPr id="35" name="Picture 34" descr="Blue virus icons on a white background&#10;&#10;Description automatically generated">
            <a:extLst>
              <a:ext uri="{FF2B5EF4-FFF2-40B4-BE49-F238E27FC236}">
                <a16:creationId xmlns:a16="http://schemas.microsoft.com/office/drawing/2014/main" id="{F56ACE9B-5E24-F5D2-E2B2-0C342862DE59}"/>
              </a:ext>
            </a:extLst>
          </p:cNvPr>
          <p:cNvPicPr>
            <a:picLocks noChangeAspect="1"/>
          </p:cNvPicPr>
          <p:nvPr/>
        </p:nvPicPr>
        <p:blipFill>
          <a:blip r:embed="rId17" cstate="screen">
            <a:extLst>
              <a:ext uri="{28A0092B-C50C-407E-A947-70E740481C1C}">
                <a14:useLocalDpi xmlns:a14="http://schemas.microsoft.com/office/drawing/2010/main"/>
              </a:ext>
            </a:extLst>
          </a:blip>
          <a:stretch>
            <a:fillRect/>
          </a:stretch>
        </p:blipFill>
        <p:spPr>
          <a:xfrm>
            <a:off x="4572000" y="1905000"/>
            <a:ext cx="1011046" cy="1011046"/>
          </a:xfrm>
          <a:prstGeom prst="rect">
            <a:avLst/>
          </a:prstGeom>
        </p:spPr>
      </p:pic>
      <p:pic>
        <p:nvPicPr>
          <p:cNvPr id="37" name="Picture 36" descr="A magnifying glass with pieces of debris coming out of it&#10;&#10;Description automatically generated">
            <a:extLst>
              <a:ext uri="{FF2B5EF4-FFF2-40B4-BE49-F238E27FC236}">
                <a16:creationId xmlns:a16="http://schemas.microsoft.com/office/drawing/2014/main" id="{8397A7B0-00EA-0A46-D92D-3D42546E564B}"/>
              </a:ext>
            </a:extLst>
          </p:cNvPr>
          <p:cNvPicPr>
            <a:picLocks noChangeAspect="1"/>
          </p:cNvPicPr>
          <p:nvPr/>
        </p:nvPicPr>
        <p:blipFill>
          <a:blip r:embed="rId18" cstate="screen">
            <a:extLst>
              <a:ext uri="{28A0092B-C50C-407E-A947-70E740481C1C}">
                <a14:useLocalDpi xmlns:a14="http://schemas.microsoft.com/office/drawing/2010/main"/>
              </a:ext>
            </a:extLst>
          </a:blip>
          <a:stretch>
            <a:fillRect/>
          </a:stretch>
        </p:blipFill>
        <p:spPr>
          <a:xfrm>
            <a:off x="5672265" y="1905000"/>
            <a:ext cx="1011046" cy="1011046"/>
          </a:xfrm>
          <a:prstGeom prst="rect">
            <a:avLst/>
          </a:prstGeom>
        </p:spPr>
      </p:pic>
      <p:pic>
        <p:nvPicPr>
          <p:cNvPr id="39" name="Picture 38" descr="A map of australia with a blue outline&#10;&#10;Description automatically generated">
            <a:extLst>
              <a:ext uri="{FF2B5EF4-FFF2-40B4-BE49-F238E27FC236}">
                <a16:creationId xmlns:a16="http://schemas.microsoft.com/office/drawing/2014/main" id="{7EE594A5-8B1D-ACD9-B4F5-08E932623B97}"/>
              </a:ext>
            </a:extLst>
          </p:cNvPr>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a:off x="6772530" y="1905000"/>
            <a:ext cx="1011046" cy="1011046"/>
          </a:xfrm>
          <a:prstGeom prst="rect">
            <a:avLst/>
          </a:prstGeom>
        </p:spPr>
      </p:pic>
      <p:pic>
        <p:nvPicPr>
          <p:cNvPr id="41" name="Picture 40" descr="A blue silhouette of fish and coral&#10;&#10;Description automatically generated">
            <a:extLst>
              <a:ext uri="{FF2B5EF4-FFF2-40B4-BE49-F238E27FC236}">
                <a16:creationId xmlns:a16="http://schemas.microsoft.com/office/drawing/2014/main" id="{5434189E-D81A-4522-1B0D-00597BDBCFB2}"/>
              </a:ext>
            </a:extLst>
          </p:cNvPr>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a:off x="7850475" y="1905000"/>
            <a:ext cx="1011046" cy="1011046"/>
          </a:xfrm>
          <a:prstGeom prst="rect">
            <a:avLst/>
          </a:prstGeom>
        </p:spPr>
      </p:pic>
      <p:pic>
        <p:nvPicPr>
          <p:cNvPr id="43" name="Picture 42" descr="A blue and white illustration of a balloon&#10;&#10;Description automatically generated with medium confidence">
            <a:extLst>
              <a:ext uri="{FF2B5EF4-FFF2-40B4-BE49-F238E27FC236}">
                <a16:creationId xmlns:a16="http://schemas.microsoft.com/office/drawing/2014/main" id="{8675E831-DEDA-4E8D-FC1F-35E733152379}"/>
              </a:ext>
            </a:extLst>
          </p:cNvPr>
          <p:cNvPicPr>
            <a:picLocks noChangeAspect="1"/>
          </p:cNvPicPr>
          <p:nvPr/>
        </p:nvPicPr>
        <p:blipFill>
          <a:blip r:embed="rId21" cstate="screen">
            <a:extLst>
              <a:ext uri="{28A0092B-C50C-407E-A947-70E740481C1C}">
                <a14:useLocalDpi xmlns:a14="http://schemas.microsoft.com/office/drawing/2010/main"/>
              </a:ext>
            </a:extLst>
          </a:blip>
          <a:stretch>
            <a:fillRect/>
          </a:stretch>
        </p:blipFill>
        <p:spPr>
          <a:xfrm>
            <a:off x="8939580" y="1905000"/>
            <a:ext cx="1011046" cy="1011046"/>
          </a:xfrm>
          <a:prstGeom prst="rect">
            <a:avLst/>
          </a:prstGeom>
        </p:spPr>
      </p:pic>
      <p:pic>
        <p:nvPicPr>
          <p:cNvPr id="45" name="Picture 44" descr="A blue and white map with a hook attached to it&#10;&#10;Description automatically generated with medium confidence">
            <a:extLst>
              <a:ext uri="{FF2B5EF4-FFF2-40B4-BE49-F238E27FC236}">
                <a16:creationId xmlns:a16="http://schemas.microsoft.com/office/drawing/2014/main" id="{4F42B2C9-C56C-A4EE-AF0F-9939AAB34451}"/>
              </a:ext>
            </a:extLst>
          </p:cNvPr>
          <p:cNvPicPr>
            <a:picLocks noChangeAspect="1"/>
          </p:cNvPicPr>
          <p:nvPr/>
        </p:nvPicPr>
        <p:blipFill>
          <a:blip r:embed="rId22" cstate="screen">
            <a:extLst>
              <a:ext uri="{28A0092B-C50C-407E-A947-70E740481C1C}">
                <a14:useLocalDpi xmlns:a14="http://schemas.microsoft.com/office/drawing/2010/main"/>
              </a:ext>
            </a:extLst>
          </a:blip>
          <a:stretch>
            <a:fillRect/>
          </a:stretch>
        </p:blipFill>
        <p:spPr>
          <a:xfrm>
            <a:off x="10028686" y="1905001"/>
            <a:ext cx="1011046" cy="1011046"/>
          </a:xfrm>
          <a:prstGeom prst="rect">
            <a:avLst/>
          </a:prstGeom>
        </p:spPr>
      </p:pic>
      <p:pic>
        <p:nvPicPr>
          <p:cNvPr id="47" name="Picture 46" descr="A satellite with a satellite and a broken object&#10;&#10;Description automatically generated with medium confidence">
            <a:extLst>
              <a:ext uri="{FF2B5EF4-FFF2-40B4-BE49-F238E27FC236}">
                <a16:creationId xmlns:a16="http://schemas.microsoft.com/office/drawing/2014/main" id="{F90E43ED-70A6-B0F8-1DBE-4C6EA130EF63}"/>
              </a:ext>
            </a:extLst>
          </p:cNvPr>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219306" y="3005253"/>
            <a:ext cx="999883" cy="999883"/>
          </a:xfrm>
          <a:prstGeom prst="rect">
            <a:avLst/>
          </a:prstGeom>
        </p:spPr>
      </p:pic>
      <p:pic>
        <p:nvPicPr>
          <p:cNvPr id="49" name="Picture 48" descr="A blue and white drawing of a tower&#10;&#10;Description automatically generated">
            <a:extLst>
              <a:ext uri="{FF2B5EF4-FFF2-40B4-BE49-F238E27FC236}">
                <a16:creationId xmlns:a16="http://schemas.microsoft.com/office/drawing/2014/main" id="{686437B5-EF78-4FAE-134D-A69E0CED7062}"/>
              </a:ext>
            </a:extLst>
          </p:cNvPr>
          <p:cNvPicPr>
            <a:picLocks noChangeAspect="1"/>
          </p:cNvPicPr>
          <p:nvPr/>
        </p:nvPicPr>
        <p:blipFill>
          <a:blip r:embed="rId24" cstate="screen">
            <a:extLst>
              <a:ext uri="{28A0092B-C50C-407E-A947-70E740481C1C}">
                <a14:useLocalDpi xmlns:a14="http://schemas.microsoft.com/office/drawing/2010/main"/>
              </a:ext>
            </a:extLst>
          </a:blip>
          <a:stretch>
            <a:fillRect/>
          </a:stretch>
        </p:blipFill>
        <p:spPr>
          <a:xfrm>
            <a:off x="1317689" y="3005253"/>
            <a:ext cx="999882" cy="999882"/>
          </a:xfrm>
          <a:prstGeom prst="rect">
            <a:avLst/>
          </a:prstGeom>
        </p:spPr>
      </p:pic>
      <p:pic>
        <p:nvPicPr>
          <p:cNvPr id="51" name="Picture 50" descr="A blue line drawing of a light pole&#10;&#10;Description automatically generated">
            <a:extLst>
              <a:ext uri="{FF2B5EF4-FFF2-40B4-BE49-F238E27FC236}">
                <a16:creationId xmlns:a16="http://schemas.microsoft.com/office/drawing/2014/main" id="{B4E83D79-79CB-2EB4-64C4-3767FAD84BDD}"/>
              </a:ext>
            </a:extLst>
          </p:cNvPr>
          <p:cNvPicPr>
            <a:picLocks noChangeAspect="1"/>
          </p:cNvPicPr>
          <p:nvPr/>
        </p:nvPicPr>
        <p:blipFill>
          <a:blip r:embed="rId25" cstate="screen">
            <a:extLst>
              <a:ext uri="{28A0092B-C50C-407E-A947-70E740481C1C}">
                <a14:useLocalDpi xmlns:a14="http://schemas.microsoft.com/office/drawing/2010/main"/>
              </a:ext>
            </a:extLst>
          </a:blip>
          <a:stretch>
            <a:fillRect/>
          </a:stretch>
        </p:blipFill>
        <p:spPr>
          <a:xfrm>
            <a:off x="2404951" y="2997831"/>
            <a:ext cx="1011046" cy="1011046"/>
          </a:xfrm>
          <a:prstGeom prst="rect">
            <a:avLst/>
          </a:prstGeom>
        </p:spPr>
      </p:pic>
      <p:pic>
        <p:nvPicPr>
          <p:cNvPr id="53" name="Picture 52" descr="A computer with a satellite on the screen&#10;&#10;Description automatically generated">
            <a:extLst>
              <a:ext uri="{FF2B5EF4-FFF2-40B4-BE49-F238E27FC236}">
                <a16:creationId xmlns:a16="http://schemas.microsoft.com/office/drawing/2014/main" id="{1358A8D0-53A4-CC3D-4098-26EC7688B058}"/>
              </a:ext>
            </a:extLst>
          </p:cNvPr>
          <p:cNvPicPr>
            <a:picLocks noChangeAspect="1"/>
          </p:cNvPicPr>
          <p:nvPr/>
        </p:nvPicPr>
        <p:blipFill>
          <a:blip r:embed="rId26" cstate="screen">
            <a:extLst>
              <a:ext uri="{28A0092B-C50C-407E-A947-70E740481C1C}">
                <a14:useLocalDpi xmlns:a14="http://schemas.microsoft.com/office/drawing/2010/main"/>
              </a:ext>
            </a:extLst>
          </a:blip>
          <a:stretch>
            <a:fillRect/>
          </a:stretch>
        </p:blipFill>
        <p:spPr>
          <a:xfrm>
            <a:off x="3494057" y="3005255"/>
            <a:ext cx="1001736" cy="1001736"/>
          </a:xfrm>
          <a:prstGeom prst="rect">
            <a:avLst/>
          </a:prstGeom>
        </p:spPr>
      </p:pic>
      <p:pic>
        <p:nvPicPr>
          <p:cNvPr id="55" name="Picture 54" descr="A blue symbol of two arrows and waves&#10;&#10;Description automatically generated">
            <a:extLst>
              <a:ext uri="{FF2B5EF4-FFF2-40B4-BE49-F238E27FC236}">
                <a16:creationId xmlns:a16="http://schemas.microsoft.com/office/drawing/2014/main" id="{ED060F79-4082-3CA3-3B20-CDD07CA3061B}"/>
              </a:ext>
            </a:extLst>
          </p:cNvPr>
          <p:cNvPicPr>
            <a:picLocks noChangeAspect="1"/>
          </p:cNvPicPr>
          <p:nvPr/>
        </p:nvPicPr>
        <p:blipFill>
          <a:blip r:embed="rId27" cstate="screen">
            <a:extLst>
              <a:ext uri="{28A0092B-C50C-407E-A947-70E740481C1C}">
                <a14:useLocalDpi xmlns:a14="http://schemas.microsoft.com/office/drawing/2010/main"/>
              </a:ext>
            </a:extLst>
          </a:blip>
          <a:stretch>
            <a:fillRect/>
          </a:stretch>
        </p:blipFill>
        <p:spPr>
          <a:xfrm>
            <a:off x="4572000" y="2999157"/>
            <a:ext cx="1011046" cy="1011046"/>
          </a:xfrm>
          <a:prstGeom prst="rect">
            <a:avLst/>
          </a:prstGeom>
        </p:spPr>
      </p:pic>
      <p:pic>
        <p:nvPicPr>
          <p:cNvPr id="57" name="Picture 56" descr="A blue and white image of a satellite&#10;&#10;Description automatically generated">
            <a:extLst>
              <a:ext uri="{FF2B5EF4-FFF2-40B4-BE49-F238E27FC236}">
                <a16:creationId xmlns:a16="http://schemas.microsoft.com/office/drawing/2014/main" id="{E7E0B4BE-0C9B-3F17-5C06-DB400A22C245}"/>
              </a:ext>
            </a:extLst>
          </p:cNvPr>
          <p:cNvPicPr>
            <a:picLocks noChangeAspect="1"/>
          </p:cNvPicPr>
          <p:nvPr/>
        </p:nvPicPr>
        <p:blipFill>
          <a:blip r:embed="rId28" cstate="screen">
            <a:extLst>
              <a:ext uri="{28A0092B-C50C-407E-A947-70E740481C1C}">
                <a14:useLocalDpi xmlns:a14="http://schemas.microsoft.com/office/drawing/2010/main"/>
              </a:ext>
            </a:extLst>
          </a:blip>
          <a:stretch>
            <a:fillRect/>
          </a:stretch>
        </p:blipFill>
        <p:spPr>
          <a:xfrm>
            <a:off x="5674102" y="3005253"/>
            <a:ext cx="1009209" cy="1009209"/>
          </a:xfrm>
          <a:prstGeom prst="rect">
            <a:avLst/>
          </a:prstGeom>
        </p:spPr>
      </p:pic>
      <p:pic>
        <p:nvPicPr>
          <p:cNvPr id="59" name="Picture 58" descr="A satellite and thermometer&#10;&#10;Description automatically generated">
            <a:extLst>
              <a:ext uri="{FF2B5EF4-FFF2-40B4-BE49-F238E27FC236}">
                <a16:creationId xmlns:a16="http://schemas.microsoft.com/office/drawing/2014/main" id="{44E7A4F8-0CA5-1CF9-DB52-566CB5A433F0}"/>
              </a:ext>
            </a:extLst>
          </p:cNvPr>
          <p:cNvPicPr>
            <a:picLocks noChangeAspect="1"/>
          </p:cNvPicPr>
          <p:nvPr/>
        </p:nvPicPr>
        <p:blipFill>
          <a:blip r:embed="rId29" cstate="screen">
            <a:extLst>
              <a:ext uri="{28A0092B-C50C-407E-A947-70E740481C1C}">
                <a14:useLocalDpi xmlns:a14="http://schemas.microsoft.com/office/drawing/2010/main"/>
              </a:ext>
            </a:extLst>
          </a:blip>
          <a:stretch>
            <a:fillRect/>
          </a:stretch>
        </p:blipFill>
        <p:spPr>
          <a:xfrm>
            <a:off x="6770691" y="3005253"/>
            <a:ext cx="1011046" cy="1011046"/>
          </a:xfrm>
          <a:prstGeom prst="rect">
            <a:avLst/>
          </a:prstGeom>
        </p:spPr>
      </p:pic>
      <p:pic>
        <p:nvPicPr>
          <p:cNvPr id="61" name="Picture 60" descr="A blue boat with waves&#10;&#10;Description automatically generated">
            <a:extLst>
              <a:ext uri="{FF2B5EF4-FFF2-40B4-BE49-F238E27FC236}">
                <a16:creationId xmlns:a16="http://schemas.microsoft.com/office/drawing/2014/main" id="{E1BED5A7-9D8D-A32B-5275-AD72F609D4DD}"/>
              </a:ext>
            </a:extLst>
          </p:cNvPr>
          <p:cNvPicPr>
            <a:picLocks noChangeAspect="1"/>
          </p:cNvPicPr>
          <p:nvPr/>
        </p:nvPicPr>
        <p:blipFill>
          <a:blip r:embed="rId30" cstate="screen">
            <a:extLst>
              <a:ext uri="{28A0092B-C50C-407E-A947-70E740481C1C}">
                <a14:useLocalDpi xmlns:a14="http://schemas.microsoft.com/office/drawing/2010/main"/>
              </a:ext>
            </a:extLst>
          </a:blip>
          <a:stretch>
            <a:fillRect/>
          </a:stretch>
        </p:blipFill>
        <p:spPr>
          <a:xfrm>
            <a:off x="7850475" y="3005253"/>
            <a:ext cx="1011046" cy="1011046"/>
          </a:xfrm>
          <a:prstGeom prst="rect">
            <a:avLst/>
          </a:prstGeom>
        </p:spPr>
      </p:pic>
      <p:pic>
        <p:nvPicPr>
          <p:cNvPr id="63" name="Picture 62" descr="A blue and white ship&#10;&#10;Description automatically generated">
            <a:extLst>
              <a:ext uri="{FF2B5EF4-FFF2-40B4-BE49-F238E27FC236}">
                <a16:creationId xmlns:a16="http://schemas.microsoft.com/office/drawing/2014/main" id="{7C2BA8E4-3B99-FCFA-15BB-CD8D7EF9DD11}"/>
              </a:ext>
            </a:extLst>
          </p:cNvPr>
          <p:cNvPicPr>
            <a:picLocks noChangeAspect="1"/>
          </p:cNvPicPr>
          <p:nvPr/>
        </p:nvPicPr>
        <p:blipFill>
          <a:blip r:embed="rId31" cstate="screen">
            <a:extLst>
              <a:ext uri="{28A0092B-C50C-407E-A947-70E740481C1C}">
                <a14:useLocalDpi xmlns:a14="http://schemas.microsoft.com/office/drawing/2010/main"/>
              </a:ext>
            </a:extLst>
          </a:blip>
          <a:stretch>
            <a:fillRect/>
          </a:stretch>
        </p:blipFill>
        <p:spPr>
          <a:xfrm>
            <a:off x="8937740" y="2997831"/>
            <a:ext cx="1009160" cy="1009160"/>
          </a:xfrm>
          <a:prstGeom prst="rect">
            <a:avLst/>
          </a:prstGeom>
        </p:spPr>
      </p:pic>
      <p:pic>
        <p:nvPicPr>
          <p:cNvPr id="65" name="Picture 64" descr="A blue ship with a propeller&#10;&#10;Description automatically generated">
            <a:extLst>
              <a:ext uri="{FF2B5EF4-FFF2-40B4-BE49-F238E27FC236}">
                <a16:creationId xmlns:a16="http://schemas.microsoft.com/office/drawing/2014/main" id="{DC6D268D-BB19-7FB6-D017-4CC71DB04DC0}"/>
              </a:ext>
            </a:extLst>
          </p:cNvPr>
          <p:cNvPicPr>
            <a:picLocks noChangeAspect="1"/>
          </p:cNvPicPr>
          <p:nvPr/>
        </p:nvPicPr>
        <p:blipFill>
          <a:blip r:embed="rId32" cstate="screen">
            <a:extLst>
              <a:ext uri="{28A0092B-C50C-407E-A947-70E740481C1C}">
                <a14:useLocalDpi xmlns:a14="http://schemas.microsoft.com/office/drawing/2010/main"/>
              </a:ext>
            </a:extLst>
          </a:blip>
          <a:stretch>
            <a:fillRect/>
          </a:stretch>
        </p:blipFill>
        <p:spPr>
          <a:xfrm>
            <a:off x="10024993" y="2997831"/>
            <a:ext cx="1007304" cy="1007304"/>
          </a:xfrm>
          <a:prstGeom prst="rect">
            <a:avLst/>
          </a:prstGeom>
        </p:spPr>
      </p:pic>
      <p:pic>
        <p:nvPicPr>
          <p:cNvPr id="67" name="Picture 66" descr="A blue and white graphic of a machine&#10;&#10;Description automatically generated with medium confidence">
            <a:extLst>
              <a:ext uri="{FF2B5EF4-FFF2-40B4-BE49-F238E27FC236}">
                <a16:creationId xmlns:a16="http://schemas.microsoft.com/office/drawing/2014/main" id="{4DBE5684-D15E-EC0D-EFCA-7E81AE6F9B40}"/>
              </a:ext>
            </a:extLst>
          </p:cNvPr>
          <p:cNvPicPr>
            <a:picLocks noChangeAspect="1"/>
          </p:cNvPicPr>
          <p:nvPr/>
        </p:nvPicPr>
        <p:blipFill>
          <a:blip r:embed="rId33" cstate="screen">
            <a:extLst>
              <a:ext uri="{28A0092B-C50C-407E-A947-70E740481C1C}">
                <a14:useLocalDpi xmlns:a14="http://schemas.microsoft.com/office/drawing/2010/main"/>
              </a:ext>
            </a:extLst>
          </a:blip>
          <a:stretch>
            <a:fillRect/>
          </a:stretch>
        </p:blipFill>
        <p:spPr>
          <a:xfrm>
            <a:off x="219306" y="4094343"/>
            <a:ext cx="999883" cy="999883"/>
          </a:xfrm>
          <a:prstGeom prst="rect">
            <a:avLst/>
          </a:prstGeom>
        </p:spPr>
      </p:pic>
      <p:pic>
        <p:nvPicPr>
          <p:cNvPr id="69" name="Picture 68" descr="A line drawing of a map&#10;&#10;Description automatically generated">
            <a:extLst>
              <a:ext uri="{FF2B5EF4-FFF2-40B4-BE49-F238E27FC236}">
                <a16:creationId xmlns:a16="http://schemas.microsoft.com/office/drawing/2014/main" id="{4804B2B6-3758-6EC1-55FD-AC926D0A2989}"/>
              </a:ext>
            </a:extLst>
          </p:cNvPr>
          <p:cNvPicPr>
            <a:picLocks noChangeAspect="1"/>
          </p:cNvPicPr>
          <p:nvPr/>
        </p:nvPicPr>
        <p:blipFill>
          <a:blip r:embed="rId34" cstate="screen">
            <a:extLst>
              <a:ext uri="{28A0092B-C50C-407E-A947-70E740481C1C}">
                <a14:useLocalDpi xmlns:a14="http://schemas.microsoft.com/office/drawing/2010/main"/>
              </a:ext>
            </a:extLst>
          </a:blip>
          <a:stretch>
            <a:fillRect/>
          </a:stretch>
        </p:blipFill>
        <p:spPr>
          <a:xfrm>
            <a:off x="1312128" y="4090662"/>
            <a:ext cx="999882" cy="999882"/>
          </a:xfrm>
          <a:prstGeom prst="rect">
            <a:avLst/>
          </a:prstGeom>
        </p:spPr>
      </p:pic>
      <p:pic>
        <p:nvPicPr>
          <p:cNvPr id="71" name="Picture 70" descr="A blue satellite with a satellite antenna&#10;&#10;Description automatically generated with medium confidence">
            <a:extLst>
              <a:ext uri="{FF2B5EF4-FFF2-40B4-BE49-F238E27FC236}">
                <a16:creationId xmlns:a16="http://schemas.microsoft.com/office/drawing/2014/main" id="{C466CDD8-A709-DD53-6354-19881DF94FFC}"/>
              </a:ext>
            </a:extLst>
          </p:cNvPr>
          <p:cNvPicPr>
            <a:picLocks noChangeAspect="1"/>
          </p:cNvPicPr>
          <p:nvPr/>
        </p:nvPicPr>
        <p:blipFill>
          <a:blip r:embed="rId35" cstate="screen">
            <a:extLst>
              <a:ext uri="{28A0092B-C50C-407E-A947-70E740481C1C}">
                <a14:useLocalDpi xmlns:a14="http://schemas.microsoft.com/office/drawing/2010/main"/>
              </a:ext>
            </a:extLst>
          </a:blip>
          <a:stretch>
            <a:fillRect/>
          </a:stretch>
        </p:blipFill>
        <p:spPr>
          <a:xfrm>
            <a:off x="2404949" y="4090662"/>
            <a:ext cx="1011046" cy="1011046"/>
          </a:xfrm>
          <a:prstGeom prst="rect">
            <a:avLst/>
          </a:prstGeom>
        </p:spPr>
      </p:pic>
      <p:pic>
        <p:nvPicPr>
          <p:cNvPr id="73" name="Picture 72" descr="A satellite flying over waves&#10;&#10;Description automatically generated">
            <a:extLst>
              <a:ext uri="{FF2B5EF4-FFF2-40B4-BE49-F238E27FC236}">
                <a16:creationId xmlns:a16="http://schemas.microsoft.com/office/drawing/2014/main" id="{83C6F2C8-525C-41AA-DC3C-6A39B2A01FB7}"/>
              </a:ext>
            </a:extLst>
          </p:cNvPr>
          <p:cNvPicPr>
            <a:picLocks noChangeAspect="1"/>
          </p:cNvPicPr>
          <p:nvPr/>
        </p:nvPicPr>
        <p:blipFill>
          <a:blip r:embed="rId36" cstate="screen">
            <a:extLst>
              <a:ext uri="{28A0092B-C50C-407E-A947-70E740481C1C}">
                <a14:useLocalDpi xmlns:a14="http://schemas.microsoft.com/office/drawing/2010/main"/>
              </a:ext>
            </a:extLst>
          </a:blip>
          <a:stretch>
            <a:fillRect/>
          </a:stretch>
        </p:blipFill>
        <p:spPr>
          <a:xfrm>
            <a:off x="3494055" y="4090662"/>
            <a:ext cx="1001736" cy="1001736"/>
          </a:xfrm>
          <a:prstGeom prst="rect">
            <a:avLst/>
          </a:prstGeom>
        </p:spPr>
      </p:pic>
      <p:pic>
        <p:nvPicPr>
          <p:cNvPr id="75" name="Picture 74" descr="A camera with a handle&#10;&#10;Description automatically generated with medium confidence">
            <a:extLst>
              <a:ext uri="{FF2B5EF4-FFF2-40B4-BE49-F238E27FC236}">
                <a16:creationId xmlns:a16="http://schemas.microsoft.com/office/drawing/2014/main" id="{CB0BE94A-A957-98B3-F91B-E687E1F987F1}"/>
              </a:ext>
            </a:extLst>
          </p:cNvPr>
          <p:cNvPicPr>
            <a:picLocks noChangeAspect="1"/>
          </p:cNvPicPr>
          <p:nvPr/>
        </p:nvPicPr>
        <p:blipFill>
          <a:blip r:embed="rId37" cstate="screen">
            <a:extLst>
              <a:ext uri="{28A0092B-C50C-407E-A947-70E740481C1C}">
                <a14:useLocalDpi xmlns:a14="http://schemas.microsoft.com/office/drawing/2010/main"/>
              </a:ext>
            </a:extLst>
          </a:blip>
          <a:stretch>
            <a:fillRect/>
          </a:stretch>
        </p:blipFill>
        <p:spPr>
          <a:xfrm>
            <a:off x="4572000" y="4099410"/>
            <a:ext cx="991134" cy="991134"/>
          </a:xfrm>
          <a:prstGeom prst="rect">
            <a:avLst/>
          </a:prstGeom>
        </p:spPr>
      </p:pic>
      <p:pic>
        <p:nvPicPr>
          <p:cNvPr id="77" name="Picture 76" descr="A map with a light and a light pole&#10;&#10;Description automatically generated with medium confidence">
            <a:extLst>
              <a:ext uri="{FF2B5EF4-FFF2-40B4-BE49-F238E27FC236}">
                <a16:creationId xmlns:a16="http://schemas.microsoft.com/office/drawing/2014/main" id="{08E41F1B-A21C-2FCF-37CD-24275F9309EA}"/>
              </a:ext>
            </a:extLst>
          </p:cNvPr>
          <p:cNvPicPr>
            <a:picLocks noChangeAspect="1"/>
          </p:cNvPicPr>
          <p:nvPr/>
        </p:nvPicPr>
        <p:blipFill>
          <a:blip r:embed="rId38" cstate="screen">
            <a:extLst>
              <a:ext uri="{28A0092B-C50C-407E-A947-70E740481C1C}">
                <a14:useLocalDpi xmlns:a14="http://schemas.microsoft.com/office/drawing/2010/main"/>
              </a:ext>
            </a:extLst>
          </a:blip>
          <a:stretch>
            <a:fillRect/>
          </a:stretch>
        </p:blipFill>
        <p:spPr>
          <a:xfrm>
            <a:off x="5654190" y="4081335"/>
            <a:ext cx="1009209" cy="1009209"/>
          </a:xfrm>
          <a:prstGeom prst="rect">
            <a:avLst/>
          </a:prstGeom>
        </p:spPr>
      </p:pic>
      <p:pic>
        <p:nvPicPr>
          <p:cNvPr id="79" name="Picture 78" descr="A blue silhouette of a dome with a antenna&#10;&#10;Description automatically generated">
            <a:extLst>
              <a:ext uri="{FF2B5EF4-FFF2-40B4-BE49-F238E27FC236}">
                <a16:creationId xmlns:a16="http://schemas.microsoft.com/office/drawing/2014/main" id="{195208DF-73B2-1309-C8DC-485B31FE6F8A}"/>
              </a:ext>
            </a:extLst>
          </p:cNvPr>
          <p:cNvPicPr>
            <a:picLocks noChangeAspect="1"/>
          </p:cNvPicPr>
          <p:nvPr/>
        </p:nvPicPr>
        <p:blipFill>
          <a:blip r:embed="rId39" cstate="screen">
            <a:extLst>
              <a:ext uri="{28A0092B-C50C-407E-A947-70E740481C1C}">
                <a14:useLocalDpi xmlns:a14="http://schemas.microsoft.com/office/drawing/2010/main"/>
              </a:ext>
            </a:extLst>
          </a:blip>
          <a:stretch>
            <a:fillRect/>
          </a:stretch>
        </p:blipFill>
        <p:spPr>
          <a:xfrm>
            <a:off x="6770691" y="4081335"/>
            <a:ext cx="1009209" cy="1009209"/>
          </a:xfrm>
          <a:prstGeom prst="rect">
            <a:avLst/>
          </a:prstGeom>
        </p:spPr>
      </p:pic>
      <p:pic>
        <p:nvPicPr>
          <p:cNvPr id="81" name="Picture 80" descr="A blue map with a machine attached to it&#10;&#10;Description automatically generated with medium confidence">
            <a:extLst>
              <a:ext uri="{FF2B5EF4-FFF2-40B4-BE49-F238E27FC236}">
                <a16:creationId xmlns:a16="http://schemas.microsoft.com/office/drawing/2014/main" id="{FFB0964C-6D17-6DAD-4401-1FB880EC94A8}"/>
              </a:ext>
            </a:extLst>
          </p:cNvPr>
          <p:cNvPicPr>
            <a:picLocks noChangeAspect="1"/>
          </p:cNvPicPr>
          <p:nvPr/>
        </p:nvPicPr>
        <p:blipFill>
          <a:blip r:embed="rId40" cstate="screen">
            <a:extLst>
              <a:ext uri="{28A0092B-C50C-407E-A947-70E740481C1C}">
                <a14:useLocalDpi xmlns:a14="http://schemas.microsoft.com/office/drawing/2010/main"/>
              </a:ext>
            </a:extLst>
          </a:blip>
          <a:stretch>
            <a:fillRect/>
          </a:stretch>
        </p:blipFill>
        <p:spPr>
          <a:xfrm>
            <a:off x="7850475" y="4081335"/>
            <a:ext cx="1009209" cy="1009209"/>
          </a:xfrm>
          <a:prstGeom prst="rect">
            <a:avLst/>
          </a:prstGeom>
        </p:spPr>
      </p:pic>
      <p:pic>
        <p:nvPicPr>
          <p:cNvPr id="2" name="Picture 1">
            <a:extLst>
              <a:ext uri="{FF2B5EF4-FFF2-40B4-BE49-F238E27FC236}">
                <a16:creationId xmlns:a16="http://schemas.microsoft.com/office/drawing/2014/main" id="{51D289B4-DAA5-AF06-960A-8EE73F22A86D}"/>
              </a:ext>
            </a:extLst>
          </p:cNvPr>
          <p:cNvPicPr>
            <a:picLocks noChangeAspect="1"/>
          </p:cNvPicPr>
          <p:nvPr/>
        </p:nvPicPr>
        <p:blipFill>
          <a:blip r:embed="rId41">
            <a:extLst>
              <a:ext uri="{96DAC541-7B7A-43D3-8B79-37D633B846F1}">
                <asvg:svgBlip xmlns:asvg="http://schemas.microsoft.com/office/drawing/2016/SVG/main" r:embed="rId42"/>
              </a:ext>
            </a:extLst>
          </a:blip>
          <a:srcRect/>
          <a:stretch/>
        </p:blipFill>
        <p:spPr>
          <a:xfrm>
            <a:off x="8930259" y="4081334"/>
            <a:ext cx="1009209" cy="1009209"/>
          </a:xfrm>
          <a:prstGeom prst="rect">
            <a:avLst/>
          </a:prstGeom>
        </p:spPr>
      </p:pic>
      <p:pic>
        <p:nvPicPr>
          <p:cNvPr id="4" name="Picture 3">
            <a:extLst>
              <a:ext uri="{FF2B5EF4-FFF2-40B4-BE49-F238E27FC236}">
                <a16:creationId xmlns:a16="http://schemas.microsoft.com/office/drawing/2014/main" id="{EAAC314E-A1CA-617C-AD43-39672D55E282}"/>
              </a:ext>
            </a:extLst>
          </p:cNvPr>
          <p:cNvPicPr>
            <a:picLocks noChangeAspect="1"/>
          </p:cNvPicPr>
          <p:nvPr/>
        </p:nvPicPr>
        <p:blipFill>
          <a:blip r:embed="rId43" cstate="screen">
            <a:extLst>
              <a:ext uri="{28A0092B-C50C-407E-A947-70E740481C1C}">
                <a14:useLocalDpi xmlns:a14="http://schemas.microsoft.com/office/drawing/2010/main"/>
              </a:ext>
            </a:extLst>
          </a:blip>
          <a:srcRect/>
          <a:stretch/>
        </p:blipFill>
        <p:spPr>
          <a:xfrm>
            <a:off x="10028685" y="4088761"/>
            <a:ext cx="1011046" cy="1011046"/>
          </a:xfrm>
          <a:prstGeom prst="rect">
            <a:avLst/>
          </a:prstGeom>
        </p:spPr>
      </p:pic>
      <p:pic>
        <p:nvPicPr>
          <p:cNvPr id="5" name="Picture 4">
            <a:extLst>
              <a:ext uri="{FF2B5EF4-FFF2-40B4-BE49-F238E27FC236}">
                <a16:creationId xmlns:a16="http://schemas.microsoft.com/office/drawing/2014/main" id="{BE2FB1B5-E088-6F61-9449-C9BF7E021F30}"/>
              </a:ext>
            </a:extLst>
          </p:cNvPr>
          <p:cNvPicPr>
            <a:picLocks noChangeAspect="1"/>
          </p:cNvPicPr>
          <p:nvPr/>
        </p:nvPicPr>
        <p:blipFill>
          <a:blip r:embed="rId44">
            <a:extLst>
              <a:ext uri="{96DAC541-7B7A-43D3-8B79-37D633B846F1}">
                <asvg:svgBlip xmlns:asvg="http://schemas.microsoft.com/office/drawing/2016/SVG/main" r:embed="rId45"/>
              </a:ext>
            </a:extLst>
          </a:blip>
          <a:srcRect/>
          <a:stretch/>
        </p:blipFill>
        <p:spPr>
          <a:xfrm>
            <a:off x="208143" y="5183433"/>
            <a:ext cx="1011046" cy="1011046"/>
          </a:xfrm>
          <a:prstGeom prst="rect">
            <a:avLst/>
          </a:prstGeom>
        </p:spPr>
      </p:pic>
      <p:pic>
        <p:nvPicPr>
          <p:cNvPr id="8" name="Picture 4">
            <a:extLst>
              <a:ext uri="{FF2B5EF4-FFF2-40B4-BE49-F238E27FC236}">
                <a16:creationId xmlns:a16="http://schemas.microsoft.com/office/drawing/2014/main" id="{9E665D54-F8F3-6C6B-2C35-9ABAE7F1BB49}"/>
              </a:ext>
            </a:extLst>
          </p:cNvPr>
          <p:cNvPicPr>
            <a:picLocks noChangeAspect="1"/>
          </p:cNvPicPr>
          <p:nvPr/>
        </p:nvPicPr>
        <p:blipFill>
          <a:blip r:embed="rId25" cstate="screen">
            <a:extLst>
              <a:ext uri="{28A0092B-C50C-407E-A947-70E740481C1C}">
                <a14:useLocalDpi xmlns:a14="http://schemas.microsoft.com/office/drawing/2010/main"/>
              </a:ext>
            </a:extLst>
          </a:blip>
          <a:srcRect/>
          <a:stretch/>
        </p:blipFill>
        <p:spPr>
          <a:xfrm>
            <a:off x="1300964" y="5183433"/>
            <a:ext cx="1011046" cy="1011046"/>
          </a:xfrm>
          <a:prstGeom prst="rect">
            <a:avLst/>
          </a:prstGeom>
        </p:spPr>
      </p:pic>
      <p:pic>
        <p:nvPicPr>
          <p:cNvPr id="10" name="Picture 4">
            <a:extLst>
              <a:ext uri="{FF2B5EF4-FFF2-40B4-BE49-F238E27FC236}">
                <a16:creationId xmlns:a16="http://schemas.microsoft.com/office/drawing/2014/main" id="{E4F24340-712E-E94B-CB26-63DAA6FAF145}"/>
              </a:ext>
            </a:extLst>
          </p:cNvPr>
          <p:cNvPicPr>
            <a:picLocks noChangeAspect="1"/>
          </p:cNvPicPr>
          <p:nvPr/>
        </p:nvPicPr>
        <p:blipFill>
          <a:blip r:embed="rId46" cstate="screen">
            <a:extLst>
              <a:ext uri="{28A0092B-C50C-407E-A947-70E740481C1C}">
                <a14:useLocalDpi xmlns:a14="http://schemas.microsoft.com/office/drawing/2010/main"/>
              </a:ext>
            </a:extLst>
          </a:blip>
          <a:srcRect/>
          <a:stretch/>
        </p:blipFill>
        <p:spPr>
          <a:xfrm>
            <a:off x="2404949" y="5190915"/>
            <a:ext cx="1011046" cy="1011046"/>
          </a:xfrm>
          <a:prstGeom prst="rect">
            <a:avLst/>
          </a:prstGeom>
        </p:spPr>
      </p:pic>
    </p:spTree>
    <p:extLst>
      <p:ext uri="{BB962C8B-B14F-4D97-AF65-F5344CB8AC3E}">
        <p14:creationId xmlns:p14="http://schemas.microsoft.com/office/powerpoint/2010/main" val="1657545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29FC15A-AB29-4B6A-2CD8-105DEFA4005C}"/>
            </a:ext>
          </a:extLst>
        </p:cNvPr>
        <p:cNvGrpSpPr/>
        <p:nvPr/>
      </p:nvGrpSpPr>
      <p:grpSpPr>
        <a:xfrm>
          <a:off x="0" y="0"/>
          <a:ext cx="0" cy="0"/>
          <a:chOff x="0" y="0"/>
          <a:chExt cx="0" cy="0"/>
        </a:xfrm>
      </p:grpSpPr>
      <p:pic>
        <p:nvPicPr>
          <p:cNvPr id="7" name="Picture 6" descr="A diagram of different types of marine organisms&#10;&#10;Description automatically generated">
            <a:extLst>
              <a:ext uri="{FF2B5EF4-FFF2-40B4-BE49-F238E27FC236}">
                <a16:creationId xmlns:a16="http://schemas.microsoft.com/office/drawing/2014/main" id="{69AA4778-EEC0-2E05-1E8B-541CEFF4FC2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9871" y="33677"/>
            <a:ext cx="12072258" cy="6790645"/>
          </a:xfrm>
          <a:prstGeom prst="rect">
            <a:avLst/>
          </a:prstGeom>
        </p:spPr>
      </p:pic>
    </p:spTree>
    <p:extLst>
      <p:ext uri="{BB962C8B-B14F-4D97-AF65-F5344CB8AC3E}">
        <p14:creationId xmlns:p14="http://schemas.microsoft.com/office/powerpoint/2010/main" val="3364252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F95330-937D-76C1-C3EE-AC8711530083}"/>
              </a:ext>
            </a:extLst>
          </p:cNvPr>
          <p:cNvPicPr>
            <a:picLocks noChangeAspect="1"/>
          </p:cNvPicPr>
          <p:nvPr/>
        </p:nvPicPr>
        <p:blipFill>
          <a:blip r:embed="rId2"/>
          <a:srcRect/>
          <a:stretch/>
        </p:blipFill>
        <p:spPr>
          <a:xfrm>
            <a:off x="0" y="0"/>
            <a:ext cx="12192000" cy="6858000"/>
          </a:xfrm>
          <a:prstGeom prst="rect">
            <a:avLst/>
          </a:prstGeom>
        </p:spPr>
      </p:pic>
    </p:spTree>
    <p:extLst>
      <p:ext uri="{BB962C8B-B14F-4D97-AF65-F5344CB8AC3E}">
        <p14:creationId xmlns:p14="http://schemas.microsoft.com/office/powerpoint/2010/main" val="3089580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0AF43E-0458-542D-757E-4AA500B78D9F}"/>
              </a:ext>
            </a:extLst>
          </p:cNvPr>
          <p:cNvSpPr/>
          <p:nvPr/>
        </p:nvSpPr>
        <p:spPr>
          <a:xfrm>
            <a:off x="815439" y="645024"/>
            <a:ext cx="8529729" cy="461665"/>
          </a:xfrm>
          <a:prstGeom prst="rect">
            <a:avLst/>
          </a:prstGeom>
        </p:spPr>
        <p:txBody>
          <a:bodyPr wrap="square">
            <a:spAutoFit/>
          </a:bodyPr>
          <a:lstStyle/>
          <a:p>
            <a:r>
              <a:rPr lang="en-AU" sz="2400" b="1">
                <a:solidFill>
                  <a:srgbClr val="3C657D"/>
                </a:solidFill>
                <a:latin typeface="Helvetica" pitchFamily="2" charset="0"/>
              </a:rPr>
              <a:t>IMOS in WA</a:t>
            </a:r>
            <a:endParaRPr lang="en-AU" sz="2400" b="1">
              <a:solidFill>
                <a:srgbClr val="3C657D"/>
              </a:solidFill>
              <a:latin typeface="Arial" panose="020B0604020202020204" pitchFamily="34" charset="0"/>
            </a:endParaRPr>
          </a:p>
        </p:txBody>
      </p:sp>
      <p:pic>
        <p:nvPicPr>
          <p:cNvPr id="3" name="Picture 2">
            <a:extLst>
              <a:ext uri="{FF2B5EF4-FFF2-40B4-BE49-F238E27FC236}">
                <a16:creationId xmlns:a16="http://schemas.microsoft.com/office/drawing/2014/main" id="{1E41130C-819E-D7FA-D19E-BC36F7C18C3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pic>
        <p:nvPicPr>
          <p:cNvPr id="4" name="Picture 3" descr="A picture containing nature, silhouette&#10;&#10;Description automatically generated">
            <a:extLst>
              <a:ext uri="{FF2B5EF4-FFF2-40B4-BE49-F238E27FC236}">
                <a16:creationId xmlns:a16="http://schemas.microsoft.com/office/drawing/2014/main" id="{77881B02-9F91-D008-17CC-5C072376EFE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126533" y="517539"/>
            <a:ext cx="4065467" cy="5822921"/>
          </a:xfrm>
          <a:prstGeom prst="rect">
            <a:avLst/>
          </a:prstGeom>
        </p:spPr>
      </p:pic>
    </p:spTree>
    <p:extLst>
      <p:ext uri="{BB962C8B-B14F-4D97-AF65-F5344CB8AC3E}">
        <p14:creationId xmlns:p14="http://schemas.microsoft.com/office/powerpoint/2010/main" val="2844889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C29B4-97A6-6F22-FBF5-D5AF91EE686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C07B038-A9FD-3AF4-949F-276A142590B7}"/>
              </a:ext>
            </a:extLst>
          </p:cNvPr>
          <p:cNvSpPr/>
          <p:nvPr/>
        </p:nvSpPr>
        <p:spPr>
          <a:xfrm>
            <a:off x="815439" y="645024"/>
            <a:ext cx="8529729" cy="461665"/>
          </a:xfrm>
          <a:prstGeom prst="rect">
            <a:avLst/>
          </a:prstGeom>
        </p:spPr>
        <p:txBody>
          <a:bodyPr wrap="square">
            <a:spAutoFit/>
          </a:bodyPr>
          <a:lstStyle/>
          <a:p>
            <a:r>
              <a:rPr lang="en-AU" sz="2400" b="1">
                <a:solidFill>
                  <a:srgbClr val="3C657D"/>
                </a:solidFill>
                <a:latin typeface="Helvetica" pitchFamily="2" charset="0"/>
              </a:rPr>
              <a:t>IMOS in SA</a:t>
            </a:r>
            <a:endParaRPr lang="en-AU" sz="2400" b="1">
              <a:solidFill>
                <a:srgbClr val="3C657D"/>
              </a:solidFill>
              <a:latin typeface="Arial" panose="020B0604020202020204" pitchFamily="34" charset="0"/>
            </a:endParaRPr>
          </a:p>
        </p:txBody>
      </p:sp>
      <p:pic>
        <p:nvPicPr>
          <p:cNvPr id="3" name="Picture 2">
            <a:extLst>
              <a:ext uri="{FF2B5EF4-FFF2-40B4-BE49-F238E27FC236}">
                <a16:creationId xmlns:a16="http://schemas.microsoft.com/office/drawing/2014/main" id="{81DC9AFC-874D-E0DF-6165-5D47AD3FBC5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pic>
        <p:nvPicPr>
          <p:cNvPr id="5" name="Picture 4" descr="A picture containing dark, silhouette&#10;&#10;Description automatically generated">
            <a:extLst>
              <a:ext uri="{FF2B5EF4-FFF2-40B4-BE49-F238E27FC236}">
                <a16:creationId xmlns:a16="http://schemas.microsoft.com/office/drawing/2014/main" id="{15CDE30D-E29F-D5CB-43CA-3C43D4AD2A9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882908" y="1"/>
            <a:ext cx="5309092" cy="6212976"/>
          </a:xfrm>
          <a:prstGeom prst="rect">
            <a:avLst/>
          </a:prstGeom>
        </p:spPr>
      </p:pic>
    </p:spTree>
    <p:extLst>
      <p:ext uri="{BB962C8B-B14F-4D97-AF65-F5344CB8AC3E}">
        <p14:creationId xmlns:p14="http://schemas.microsoft.com/office/powerpoint/2010/main" val="687131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9BAE9-92A6-A692-01AD-CC2A229DFA2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69DE95D-96D2-A753-8037-6CB28FCFBC99}"/>
              </a:ext>
            </a:extLst>
          </p:cNvPr>
          <p:cNvSpPr/>
          <p:nvPr/>
        </p:nvSpPr>
        <p:spPr>
          <a:xfrm>
            <a:off x="815439" y="645024"/>
            <a:ext cx="8529729" cy="461665"/>
          </a:xfrm>
          <a:prstGeom prst="rect">
            <a:avLst/>
          </a:prstGeom>
        </p:spPr>
        <p:txBody>
          <a:bodyPr wrap="square">
            <a:spAutoFit/>
          </a:bodyPr>
          <a:lstStyle/>
          <a:p>
            <a:r>
              <a:rPr lang="en-AU" sz="2400" b="1">
                <a:solidFill>
                  <a:srgbClr val="3C657D"/>
                </a:solidFill>
                <a:latin typeface="Helvetica" pitchFamily="2" charset="0"/>
              </a:rPr>
              <a:t>IMOS in TAS</a:t>
            </a:r>
            <a:endParaRPr lang="en-AU" sz="2400" b="1">
              <a:solidFill>
                <a:srgbClr val="3C657D"/>
              </a:solidFill>
              <a:latin typeface="Arial" panose="020B0604020202020204" pitchFamily="34" charset="0"/>
            </a:endParaRPr>
          </a:p>
        </p:txBody>
      </p:sp>
      <p:pic>
        <p:nvPicPr>
          <p:cNvPr id="3" name="Picture 2">
            <a:extLst>
              <a:ext uri="{FF2B5EF4-FFF2-40B4-BE49-F238E27FC236}">
                <a16:creationId xmlns:a16="http://schemas.microsoft.com/office/drawing/2014/main" id="{4039FFA7-F837-F64F-C4D3-4098CE13172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pic>
        <p:nvPicPr>
          <p:cNvPr id="4" name="Picture 3" descr="Map&#10;&#10;Description automatically generated">
            <a:extLst>
              <a:ext uri="{FF2B5EF4-FFF2-40B4-BE49-F238E27FC236}">
                <a16:creationId xmlns:a16="http://schemas.microsoft.com/office/drawing/2014/main" id="{7C75A84D-C7D9-792E-82A6-234D9377C85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72480" y="1028695"/>
            <a:ext cx="4242825" cy="4800610"/>
          </a:xfrm>
          <a:prstGeom prst="rect">
            <a:avLst/>
          </a:prstGeom>
        </p:spPr>
      </p:pic>
    </p:spTree>
    <p:extLst>
      <p:ext uri="{BB962C8B-B14F-4D97-AF65-F5344CB8AC3E}">
        <p14:creationId xmlns:p14="http://schemas.microsoft.com/office/powerpoint/2010/main" val="354372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3CC33-F1B6-94D3-D7C5-29C4392547D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BADB8CA-5624-9E33-3864-0BFB65CEC1B2}"/>
              </a:ext>
            </a:extLst>
          </p:cNvPr>
          <p:cNvSpPr/>
          <p:nvPr/>
        </p:nvSpPr>
        <p:spPr>
          <a:xfrm>
            <a:off x="815439" y="645024"/>
            <a:ext cx="8529729" cy="461665"/>
          </a:xfrm>
          <a:prstGeom prst="rect">
            <a:avLst/>
          </a:prstGeom>
        </p:spPr>
        <p:txBody>
          <a:bodyPr wrap="square">
            <a:spAutoFit/>
          </a:bodyPr>
          <a:lstStyle/>
          <a:p>
            <a:r>
              <a:rPr lang="en-AU" sz="2400" b="1">
                <a:solidFill>
                  <a:srgbClr val="3C657D"/>
                </a:solidFill>
                <a:latin typeface="Helvetica" pitchFamily="2" charset="0"/>
              </a:rPr>
              <a:t>IMOS in the NT</a:t>
            </a:r>
            <a:endParaRPr lang="en-AU" sz="2400" b="1">
              <a:solidFill>
                <a:srgbClr val="3C657D"/>
              </a:solidFill>
              <a:latin typeface="Arial" panose="020B0604020202020204" pitchFamily="34" charset="0"/>
            </a:endParaRPr>
          </a:p>
        </p:txBody>
      </p:sp>
      <p:pic>
        <p:nvPicPr>
          <p:cNvPr id="3" name="Picture 2">
            <a:extLst>
              <a:ext uri="{FF2B5EF4-FFF2-40B4-BE49-F238E27FC236}">
                <a16:creationId xmlns:a16="http://schemas.microsoft.com/office/drawing/2014/main" id="{E63B175B-B689-5795-5F6B-CA5A5898C26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pic>
        <p:nvPicPr>
          <p:cNvPr id="5" name="Picture 4" descr="A picture containing plant&#10;&#10;Description automatically generated">
            <a:extLst>
              <a:ext uri="{FF2B5EF4-FFF2-40B4-BE49-F238E27FC236}">
                <a16:creationId xmlns:a16="http://schemas.microsoft.com/office/drawing/2014/main" id="{5027D6CB-C551-C229-304A-B72139737F3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766041" y="929628"/>
            <a:ext cx="3425959" cy="5928372"/>
          </a:xfrm>
          <a:prstGeom prst="rect">
            <a:avLst/>
          </a:prstGeom>
        </p:spPr>
      </p:pic>
    </p:spTree>
    <p:extLst>
      <p:ext uri="{BB962C8B-B14F-4D97-AF65-F5344CB8AC3E}">
        <p14:creationId xmlns:p14="http://schemas.microsoft.com/office/powerpoint/2010/main" val="1048743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3CC33-F1B6-94D3-D7C5-29C4392547D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63B175B-B689-5795-5F6B-CA5A5898C26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pic>
        <p:nvPicPr>
          <p:cNvPr id="6" name="Picture 5" descr="A map of the australian continent&#10;&#10;Description automatically generated">
            <a:extLst>
              <a:ext uri="{FF2B5EF4-FFF2-40B4-BE49-F238E27FC236}">
                <a16:creationId xmlns:a16="http://schemas.microsoft.com/office/drawing/2014/main" id="{DF516582-F9A7-1C13-F133-3B24B3EBD6A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1" y="132025"/>
            <a:ext cx="4751951" cy="6148899"/>
          </a:xfrm>
          <a:prstGeom prst="rect">
            <a:avLst/>
          </a:prstGeom>
        </p:spPr>
      </p:pic>
      <p:sp>
        <p:nvSpPr>
          <p:cNvPr id="8" name="Rectangle 7">
            <a:extLst>
              <a:ext uri="{FF2B5EF4-FFF2-40B4-BE49-F238E27FC236}">
                <a16:creationId xmlns:a16="http://schemas.microsoft.com/office/drawing/2014/main" id="{F33715C9-1245-D214-D0D0-7F35F1900F37}"/>
              </a:ext>
            </a:extLst>
          </p:cNvPr>
          <p:cNvSpPr/>
          <p:nvPr/>
        </p:nvSpPr>
        <p:spPr>
          <a:xfrm>
            <a:off x="6954982" y="659539"/>
            <a:ext cx="2435762" cy="461665"/>
          </a:xfrm>
          <a:prstGeom prst="rect">
            <a:avLst/>
          </a:prstGeom>
        </p:spPr>
        <p:txBody>
          <a:bodyPr wrap="square" lIns="91440" tIns="45720" rIns="91440" bIns="45720" anchor="t">
            <a:spAutoFit/>
          </a:bodyPr>
          <a:lstStyle/>
          <a:p>
            <a:r>
              <a:rPr lang="en-AU" sz="2400" b="1">
                <a:solidFill>
                  <a:srgbClr val="3C657D"/>
                </a:solidFill>
                <a:latin typeface="Helvetica"/>
                <a:cs typeface="Helvetica"/>
              </a:rPr>
              <a:t>IMOS in Qld</a:t>
            </a:r>
            <a:endParaRPr lang="en-AU" sz="2400" b="1">
              <a:solidFill>
                <a:srgbClr val="3C657D"/>
              </a:solidFill>
              <a:latin typeface="Arial" panose="020B0604020202020204" pitchFamily="34" charset="0"/>
            </a:endParaRPr>
          </a:p>
        </p:txBody>
      </p:sp>
    </p:spTree>
    <p:extLst>
      <p:ext uri="{BB962C8B-B14F-4D97-AF65-F5344CB8AC3E}">
        <p14:creationId xmlns:p14="http://schemas.microsoft.com/office/powerpoint/2010/main" val="35476145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C2C12-D3A3-7BD1-AAB9-C34BC8FBB71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40B2DDE-8BBA-96F2-6DE0-7E0ED007F8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pic>
        <p:nvPicPr>
          <p:cNvPr id="5" name="Picture 4" descr="A picture containing mountain, dark&#10;&#10;Description automatically generated">
            <a:extLst>
              <a:ext uri="{FF2B5EF4-FFF2-40B4-BE49-F238E27FC236}">
                <a16:creationId xmlns:a16="http://schemas.microsoft.com/office/drawing/2014/main" id="{44C76E32-651A-DA0D-04D0-FE9EE50A804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961641"/>
            <a:ext cx="5146598" cy="4568302"/>
          </a:xfrm>
          <a:prstGeom prst="rect">
            <a:avLst/>
          </a:prstGeom>
        </p:spPr>
      </p:pic>
      <p:sp>
        <p:nvSpPr>
          <p:cNvPr id="6" name="Rectangle 5">
            <a:extLst>
              <a:ext uri="{FF2B5EF4-FFF2-40B4-BE49-F238E27FC236}">
                <a16:creationId xmlns:a16="http://schemas.microsoft.com/office/drawing/2014/main" id="{DE2278A7-3623-23FE-5228-3557A2DE06A5}"/>
              </a:ext>
            </a:extLst>
          </p:cNvPr>
          <p:cNvSpPr/>
          <p:nvPr/>
        </p:nvSpPr>
        <p:spPr>
          <a:xfrm>
            <a:off x="6954982" y="659539"/>
            <a:ext cx="2435762" cy="461665"/>
          </a:xfrm>
          <a:prstGeom prst="rect">
            <a:avLst/>
          </a:prstGeom>
        </p:spPr>
        <p:txBody>
          <a:bodyPr wrap="square">
            <a:spAutoFit/>
          </a:bodyPr>
          <a:lstStyle/>
          <a:p>
            <a:r>
              <a:rPr lang="en-AU" sz="2400" b="1">
                <a:solidFill>
                  <a:srgbClr val="3C657D"/>
                </a:solidFill>
                <a:latin typeface="Helvetica" pitchFamily="2" charset="0"/>
              </a:rPr>
              <a:t>IMOS in NSW</a:t>
            </a:r>
            <a:endParaRPr lang="en-AU" sz="2400" b="1">
              <a:solidFill>
                <a:srgbClr val="3C657D"/>
              </a:solidFill>
              <a:latin typeface="Arial" panose="020B0604020202020204" pitchFamily="34" charset="0"/>
            </a:endParaRPr>
          </a:p>
        </p:txBody>
      </p:sp>
    </p:spTree>
    <p:extLst>
      <p:ext uri="{BB962C8B-B14F-4D97-AF65-F5344CB8AC3E}">
        <p14:creationId xmlns:p14="http://schemas.microsoft.com/office/powerpoint/2010/main" val="2585950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258DC-5411-53D1-EB33-689AFE848BD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A5CD5FA-19D7-3407-1498-45BE7DE2D74A}"/>
              </a:ext>
            </a:extLst>
          </p:cNvPr>
          <p:cNvSpPr/>
          <p:nvPr/>
        </p:nvSpPr>
        <p:spPr>
          <a:xfrm>
            <a:off x="6954982" y="659539"/>
            <a:ext cx="2435762" cy="461665"/>
          </a:xfrm>
          <a:prstGeom prst="rect">
            <a:avLst/>
          </a:prstGeom>
        </p:spPr>
        <p:txBody>
          <a:bodyPr wrap="square">
            <a:spAutoFit/>
          </a:bodyPr>
          <a:lstStyle/>
          <a:p>
            <a:r>
              <a:rPr lang="en-AU" sz="2400" b="1">
                <a:solidFill>
                  <a:srgbClr val="3C657D"/>
                </a:solidFill>
                <a:latin typeface="Helvetica" pitchFamily="2" charset="0"/>
              </a:rPr>
              <a:t>IMOS in VIC</a:t>
            </a:r>
            <a:endParaRPr lang="en-AU" sz="2400" b="1">
              <a:solidFill>
                <a:srgbClr val="3C657D"/>
              </a:solidFill>
              <a:latin typeface="Arial" panose="020B0604020202020204" pitchFamily="34" charset="0"/>
            </a:endParaRPr>
          </a:p>
        </p:txBody>
      </p:sp>
      <p:pic>
        <p:nvPicPr>
          <p:cNvPr id="3" name="Picture 2">
            <a:extLst>
              <a:ext uri="{FF2B5EF4-FFF2-40B4-BE49-F238E27FC236}">
                <a16:creationId xmlns:a16="http://schemas.microsoft.com/office/drawing/2014/main" id="{5D612B6E-847E-B225-87FD-0062D6A7A70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pic>
        <p:nvPicPr>
          <p:cNvPr id="4" name="Picture 3" descr="A picture containing nature, cave&#10;&#10;Description automatically generated">
            <a:extLst>
              <a:ext uri="{FF2B5EF4-FFF2-40B4-BE49-F238E27FC236}">
                <a16:creationId xmlns:a16="http://schemas.microsoft.com/office/drawing/2014/main" id="{41219EC1-3A95-9B21-5B91-1037469C21F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1488137"/>
            <a:ext cx="6270171" cy="4267992"/>
          </a:xfrm>
          <a:prstGeom prst="rect">
            <a:avLst/>
          </a:prstGeom>
        </p:spPr>
      </p:pic>
    </p:spTree>
    <p:extLst>
      <p:ext uri="{BB962C8B-B14F-4D97-AF65-F5344CB8AC3E}">
        <p14:creationId xmlns:p14="http://schemas.microsoft.com/office/powerpoint/2010/main" val="24560502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F0584-9B5B-A2E8-09F6-89A2C7A5A64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3A0BCE4-1E10-2632-4D13-6F4F016CF338}"/>
              </a:ext>
            </a:extLst>
          </p:cNvPr>
          <p:cNvSpPr/>
          <p:nvPr/>
        </p:nvSpPr>
        <p:spPr>
          <a:xfrm>
            <a:off x="815439" y="645024"/>
            <a:ext cx="8529729" cy="461665"/>
          </a:xfrm>
          <a:prstGeom prst="rect">
            <a:avLst/>
          </a:prstGeom>
        </p:spPr>
        <p:txBody>
          <a:bodyPr wrap="square" lIns="91440" tIns="45720" rIns="91440" bIns="45720" anchor="t">
            <a:spAutoFit/>
          </a:bodyPr>
          <a:lstStyle/>
          <a:p>
            <a:r>
              <a:rPr lang="en-AU" sz="2400" b="1" dirty="0">
                <a:solidFill>
                  <a:srgbClr val="3C657D"/>
                </a:solidFill>
                <a:latin typeface="Helvetica"/>
                <a:cs typeface="Helvetica"/>
              </a:rPr>
              <a:t>Bluewater and Climate</a:t>
            </a:r>
          </a:p>
        </p:txBody>
      </p:sp>
      <p:pic>
        <p:nvPicPr>
          <p:cNvPr id="3" name="Picture 2">
            <a:extLst>
              <a:ext uri="{FF2B5EF4-FFF2-40B4-BE49-F238E27FC236}">
                <a16:creationId xmlns:a16="http://schemas.microsoft.com/office/drawing/2014/main" id="{FF250196-E014-5729-FFCE-F8B487EE70C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pic>
        <p:nvPicPr>
          <p:cNvPr id="4" name="Picture 3" descr="A blue and black globe with a map&#10;&#10;AI-generated content may be incorrect.">
            <a:extLst>
              <a:ext uri="{FF2B5EF4-FFF2-40B4-BE49-F238E27FC236}">
                <a16:creationId xmlns:a16="http://schemas.microsoft.com/office/drawing/2014/main" id="{DB59FA92-FA06-C18C-FA49-83280A80878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84541" y="327837"/>
            <a:ext cx="4103479" cy="4146627"/>
          </a:xfrm>
          <a:prstGeom prst="rect">
            <a:avLst/>
          </a:prstGeom>
        </p:spPr>
      </p:pic>
    </p:spTree>
    <p:extLst>
      <p:ext uri="{BB962C8B-B14F-4D97-AF65-F5344CB8AC3E}">
        <p14:creationId xmlns:p14="http://schemas.microsoft.com/office/powerpoint/2010/main" val="18727485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B8D03-BF77-BDD7-0CC1-B4131A09345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2311208-E679-18BB-576F-051624429722}"/>
              </a:ext>
            </a:extLst>
          </p:cNvPr>
          <p:cNvSpPr txBox="1"/>
          <p:nvPr/>
        </p:nvSpPr>
        <p:spPr>
          <a:xfrm>
            <a:off x="461767" y="1312479"/>
            <a:ext cx="4495621" cy="1107996"/>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a:latin typeface="Helvetica" pitchFamily="2" charset="0"/>
                <a:cs typeface="Arial" panose="020B0604020202020204" pitchFamily="34" charset="0"/>
              </a:rPr>
              <a:t>Bullet level-1</a:t>
            </a:r>
          </a:p>
          <a:p>
            <a:pPr marL="800100" lvl="1" indent="-342900">
              <a:spcBef>
                <a:spcPts val="600"/>
              </a:spcBef>
              <a:spcAft>
                <a:spcPts val="600"/>
              </a:spcAft>
              <a:buFont typeface="Arial" panose="020B0604020202020204" pitchFamily="34" charset="0"/>
              <a:buChar char="•"/>
            </a:pPr>
            <a:r>
              <a:rPr lang="en-US" sz="1500">
                <a:latin typeface="Helvetica" pitchFamily="2" charset="0"/>
                <a:cs typeface="Arial" panose="020B0604020202020204" pitchFamily="34" charset="0"/>
              </a:rPr>
              <a:t>Bullet level-2</a:t>
            </a:r>
          </a:p>
          <a:p>
            <a:pPr marL="1257300" lvl="2" indent="-342900">
              <a:spcBef>
                <a:spcPts val="600"/>
              </a:spcBef>
              <a:spcAft>
                <a:spcPts val="600"/>
              </a:spcAft>
              <a:buFont typeface="Arial" panose="020B0604020202020204" pitchFamily="34" charset="0"/>
              <a:buChar char="•"/>
            </a:pPr>
            <a:r>
              <a:rPr lang="en-US" sz="1300">
                <a:latin typeface="Helvetica" pitchFamily="2" charset="0"/>
                <a:cs typeface="Arial" panose="020B0604020202020204" pitchFamily="34" charset="0"/>
              </a:rPr>
              <a:t>Bullet level-3</a:t>
            </a:r>
            <a:endParaRPr lang="en-US" sz="2000">
              <a:latin typeface="Helvetica" pitchFamily="2" charset="0"/>
              <a:cs typeface="Arial" panose="020B0604020202020204" pitchFamily="34" charset="0"/>
            </a:endParaRPr>
          </a:p>
        </p:txBody>
      </p:sp>
      <p:sp>
        <p:nvSpPr>
          <p:cNvPr id="8" name="Rectangle 7">
            <a:extLst>
              <a:ext uri="{FF2B5EF4-FFF2-40B4-BE49-F238E27FC236}">
                <a16:creationId xmlns:a16="http://schemas.microsoft.com/office/drawing/2014/main" id="{36215F24-E8A6-A673-D4F9-8C75FF11937B}"/>
              </a:ext>
            </a:extLst>
          </p:cNvPr>
          <p:cNvSpPr/>
          <p:nvPr/>
        </p:nvSpPr>
        <p:spPr>
          <a:xfrm>
            <a:off x="414704" y="645024"/>
            <a:ext cx="4589749" cy="461665"/>
          </a:xfrm>
          <a:prstGeom prst="rect">
            <a:avLst/>
          </a:prstGeom>
        </p:spPr>
        <p:txBody>
          <a:bodyPr wrap="square">
            <a:spAutoFit/>
          </a:bodyPr>
          <a:lstStyle/>
          <a:p>
            <a:r>
              <a:rPr lang="en-AU" sz="2400" b="1">
                <a:solidFill>
                  <a:srgbClr val="3C657D"/>
                </a:solidFill>
                <a:effectLst/>
                <a:latin typeface="Helvetica" pitchFamily="2" charset="0"/>
              </a:rPr>
              <a:t>Heading</a:t>
            </a:r>
            <a:endParaRPr lang="en-AU" sz="2400" b="1">
              <a:solidFill>
                <a:srgbClr val="3C657D"/>
              </a:solidFill>
              <a:latin typeface="Arial" panose="020B0604020202020204" pitchFamily="34" charset="0"/>
            </a:endParaRPr>
          </a:p>
        </p:txBody>
      </p:sp>
      <p:pic>
        <p:nvPicPr>
          <p:cNvPr id="9" name="Picture 8">
            <a:extLst>
              <a:ext uri="{FF2B5EF4-FFF2-40B4-BE49-F238E27FC236}">
                <a16:creationId xmlns:a16="http://schemas.microsoft.com/office/drawing/2014/main" id="{839EA8B8-CBB7-F604-F4C2-25D64D615D0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pic>
        <p:nvPicPr>
          <p:cNvPr id="10" name="Picture 9" descr="A house in a field&#10;&#10;Description automatically generated">
            <a:extLst>
              <a:ext uri="{FF2B5EF4-FFF2-40B4-BE49-F238E27FC236}">
                <a16:creationId xmlns:a16="http://schemas.microsoft.com/office/drawing/2014/main" id="{75AF718B-706E-F016-B2C8-6F95A65E0981}"/>
              </a:ext>
            </a:extLst>
          </p:cNvPr>
          <p:cNvPicPr>
            <a:picLocks noChangeAspect="1"/>
          </p:cNvPicPr>
          <p:nvPr/>
        </p:nvPicPr>
        <p:blipFill>
          <a:blip r:embed="rId4"/>
          <a:stretch>
            <a:fillRect/>
          </a:stretch>
        </p:blipFill>
        <p:spPr>
          <a:xfrm>
            <a:off x="6611257" y="119743"/>
            <a:ext cx="5486400" cy="5486400"/>
          </a:xfrm>
          <a:prstGeom prst="rect">
            <a:avLst/>
          </a:prstGeom>
        </p:spPr>
      </p:pic>
    </p:spTree>
    <p:extLst>
      <p:ext uri="{BB962C8B-B14F-4D97-AF65-F5344CB8AC3E}">
        <p14:creationId xmlns:p14="http://schemas.microsoft.com/office/powerpoint/2010/main" val="9677700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FDFFB27-CB8C-CE94-50CF-85E783F368B6}"/>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DB7F2307-B60A-0DA8-8B77-30552AB57C41}"/>
              </a:ext>
            </a:extLst>
          </p:cNvPr>
          <p:cNvGraphicFramePr>
            <a:graphicFrameLocks noGrp="1"/>
          </p:cNvGraphicFramePr>
          <p:nvPr>
            <p:extLst>
              <p:ext uri="{D42A27DB-BD31-4B8C-83A1-F6EECF244321}">
                <p14:modId xmlns:p14="http://schemas.microsoft.com/office/powerpoint/2010/main" val="1062510375"/>
              </p:ext>
            </p:extLst>
          </p:nvPr>
        </p:nvGraphicFramePr>
        <p:xfrm>
          <a:off x="437051" y="1414078"/>
          <a:ext cx="4798977" cy="2072737"/>
        </p:xfrm>
        <a:graphic>
          <a:graphicData uri="http://schemas.openxmlformats.org/drawingml/2006/table">
            <a:tbl>
              <a:tblPr/>
              <a:tblGrid>
                <a:gridCol w="4798977">
                  <a:extLst>
                    <a:ext uri="{9D8B030D-6E8A-4147-A177-3AD203B41FA5}">
                      <a16:colId xmlns:a16="http://schemas.microsoft.com/office/drawing/2014/main" val="844280673"/>
                    </a:ext>
                  </a:extLst>
                </a:gridCol>
              </a:tblGrid>
              <a:tr h="2072737">
                <a:tc>
                  <a:txBody>
                    <a:bodyPr/>
                    <a:lstStyle/>
                    <a:p>
                      <a:r>
                        <a:rPr lang="en-AU" sz="1800" b="1" i="0" kern="1200">
                          <a:solidFill>
                            <a:schemeClr val="tx1"/>
                          </a:solidFill>
                          <a:effectLst/>
                          <a:latin typeface="Helvetica" pitchFamily="2" charset="0"/>
                          <a:ea typeface="+mn-ea"/>
                          <a:cs typeface="+mn-cs"/>
                        </a:rPr>
                        <a:t>Subheading</a:t>
                      </a:r>
                    </a:p>
                    <a:p>
                      <a:endParaRPr lang="en-AU" sz="1800" b="1" i="0" kern="1200">
                        <a:solidFill>
                          <a:schemeClr val="tx1"/>
                        </a:solidFill>
                        <a:effectLst/>
                        <a:latin typeface="Helvetica" pitchFamily="2" charset="0"/>
                        <a:ea typeface="+mn-ea"/>
                        <a:cs typeface="+mn-cs"/>
                      </a:endParaRPr>
                    </a:p>
                    <a:p>
                      <a:r>
                        <a:rPr lang="en-AU" sz="1800" b="0" i="0" kern="1200">
                          <a:solidFill>
                            <a:schemeClr val="tx1"/>
                          </a:solidFill>
                          <a:effectLst/>
                          <a:latin typeface="Helvetica" pitchFamily="2" charset="0"/>
                          <a:ea typeface="+mn-ea"/>
                          <a:cs typeface="+mn-cs"/>
                        </a:rPr>
                        <a:t>Lorem ipsum </a:t>
                      </a:r>
                      <a:r>
                        <a:rPr lang="en-AU" sz="1800" b="0" i="0" kern="1200" err="1">
                          <a:solidFill>
                            <a:schemeClr val="tx1"/>
                          </a:solidFill>
                          <a:effectLst/>
                          <a:latin typeface="Helvetica" pitchFamily="2" charset="0"/>
                          <a:ea typeface="+mn-ea"/>
                          <a:cs typeface="+mn-cs"/>
                        </a:rPr>
                        <a:t>dolor</a:t>
                      </a:r>
                      <a:r>
                        <a:rPr lang="en-AU" sz="1800" b="0" i="0" kern="1200">
                          <a:solidFill>
                            <a:schemeClr val="tx1"/>
                          </a:solidFill>
                          <a:effectLst/>
                          <a:latin typeface="Helvetica" pitchFamily="2" charset="0"/>
                          <a:ea typeface="+mn-ea"/>
                          <a:cs typeface="+mn-cs"/>
                        </a:rPr>
                        <a:t> sit </a:t>
                      </a:r>
                      <a:r>
                        <a:rPr lang="en-AU" sz="1800" b="0" i="0" kern="1200" err="1">
                          <a:solidFill>
                            <a:schemeClr val="tx1"/>
                          </a:solidFill>
                          <a:effectLst/>
                          <a:latin typeface="Helvetica" pitchFamily="2" charset="0"/>
                          <a:ea typeface="+mn-ea"/>
                          <a:cs typeface="+mn-cs"/>
                        </a:rPr>
                        <a:t>amet</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consectetur</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adipiscing</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elit</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Suspendisse</a:t>
                      </a:r>
                      <a:r>
                        <a:rPr lang="en-AU" sz="1800" b="0" i="0" kern="1200">
                          <a:solidFill>
                            <a:schemeClr val="tx1"/>
                          </a:solidFill>
                          <a:effectLst/>
                          <a:latin typeface="Helvetica" pitchFamily="2" charset="0"/>
                          <a:ea typeface="+mn-ea"/>
                          <a:cs typeface="+mn-cs"/>
                        </a:rPr>
                        <a:t> tempus, </a:t>
                      </a:r>
                      <a:r>
                        <a:rPr lang="en-AU" sz="1800" b="0" i="0" kern="1200" err="1">
                          <a:solidFill>
                            <a:schemeClr val="tx1"/>
                          </a:solidFill>
                          <a:effectLst/>
                          <a:latin typeface="Helvetica" pitchFamily="2" charset="0"/>
                          <a:ea typeface="+mn-ea"/>
                          <a:cs typeface="+mn-cs"/>
                        </a:rPr>
                        <a:t>arcu</a:t>
                      </a:r>
                      <a:r>
                        <a:rPr lang="en-AU" sz="1800" b="0" i="0" kern="1200">
                          <a:solidFill>
                            <a:schemeClr val="tx1"/>
                          </a:solidFill>
                          <a:effectLst/>
                          <a:latin typeface="Helvetica" pitchFamily="2" charset="0"/>
                          <a:ea typeface="+mn-ea"/>
                          <a:cs typeface="+mn-cs"/>
                        </a:rPr>
                        <a:t> nec fermentum </a:t>
                      </a:r>
                      <a:r>
                        <a:rPr lang="en-AU" sz="1800" b="0" i="0" kern="1200" err="1">
                          <a:solidFill>
                            <a:schemeClr val="tx1"/>
                          </a:solidFill>
                          <a:effectLst/>
                          <a:latin typeface="Helvetica" pitchFamily="2" charset="0"/>
                          <a:ea typeface="+mn-ea"/>
                          <a:cs typeface="+mn-cs"/>
                        </a:rPr>
                        <a:t>placerat</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risus</a:t>
                      </a:r>
                      <a:r>
                        <a:rPr lang="en-AU" sz="1800" b="0" i="0" kern="1200">
                          <a:solidFill>
                            <a:schemeClr val="tx1"/>
                          </a:solidFill>
                          <a:effectLst/>
                          <a:latin typeface="Helvetica" pitchFamily="2" charset="0"/>
                          <a:ea typeface="+mn-ea"/>
                          <a:cs typeface="+mn-cs"/>
                        </a:rPr>
                        <a:t> ipsum </a:t>
                      </a:r>
                      <a:r>
                        <a:rPr lang="en-AU" sz="1800" b="0" i="0" kern="1200" err="1">
                          <a:solidFill>
                            <a:schemeClr val="tx1"/>
                          </a:solidFill>
                          <a:effectLst/>
                          <a:latin typeface="Helvetica" pitchFamily="2" charset="0"/>
                          <a:ea typeface="+mn-ea"/>
                          <a:cs typeface="+mn-cs"/>
                        </a:rPr>
                        <a:t>molestie</a:t>
                      </a:r>
                      <a:r>
                        <a:rPr lang="en-AU" sz="1800" b="0" i="0" kern="1200">
                          <a:solidFill>
                            <a:schemeClr val="tx1"/>
                          </a:solidFill>
                          <a:effectLst/>
                          <a:latin typeface="Helvetica" pitchFamily="2" charset="0"/>
                          <a:ea typeface="+mn-ea"/>
                          <a:cs typeface="+mn-cs"/>
                        </a:rPr>
                        <a:t> </a:t>
                      </a:r>
                      <a:r>
                        <a:rPr lang="en-AU" sz="1800" b="0" i="0" kern="1200" err="1">
                          <a:solidFill>
                            <a:schemeClr val="tx1"/>
                          </a:solidFill>
                          <a:effectLst/>
                          <a:latin typeface="Helvetica" pitchFamily="2" charset="0"/>
                          <a:ea typeface="+mn-ea"/>
                          <a:cs typeface="+mn-cs"/>
                        </a:rPr>
                        <a:t>turpis</a:t>
                      </a:r>
                      <a:r>
                        <a:rPr lang="en-AU" sz="1800" b="0" i="0" kern="1200">
                          <a:solidFill>
                            <a:schemeClr val="tx1"/>
                          </a:solidFill>
                          <a:effectLst/>
                          <a:latin typeface="Helvetica" pitchFamily="2" charset="0"/>
                          <a:ea typeface="+mn-ea"/>
                          <a:cs typeface="+mn-cs"/>
                        </a:rPr>
                        <a:t>, vel </a:t>
                      </a:r>
                      <a:r>
                        <a:rPr lang="en-AU" sz="1800" b="0" i="0" kern="1200" err="1">
                          <a:solidFill>
                            <a:schemeClr val="tx1"/>
                          </a:solidFill>
                          <a:effectLst/>
                          <a:latin typeface="Helvetica" pitchFamily="2" charset="0"/>
                          <a:ea typeface="+mn-ea"/>
                          <a:cs typeface="+mn-cs"/>
                        </a:rPr>
                        <a:t>malesuada</a:t>
                      </a:r>
                      <a:r>
                        <a:rPr lang="en-AU" sz="1800" b="0" i="0" kern="1200">
                          <a:solidFill>
                            <a:schemeClr val="tx1"/>
                          </a:solidFill>
                          <a:effectLst/>
                          <a:latin typeface="Helvetica" pitchFamily="2" charset="0"/>
                          <a:ea typeface="+mn-ea"/>
                          <a:cs typeface="+mn-cs"/>
                        </a:rPr>
                        <a:t> lorem libero sed </a:t>
                      </a:r>
                      <a:r>
                        <a:rPr lang="en-AU" sz="1800" b="0" i="0" kern="1200" err="1">
                          <a:solidFill>
                            <a:schemeClr val="tx1"/>
                          </a:solidFill>
                          <a:effectLst/>
                          <a:latin typeface="Helvetica" pitchFamily="2" charset="0"/>
                          <a:ea typeface="+mn-ea"/>
                          <a:cs typeface="+mn-cs"/>
                        </a:rPr>
                        <a:t>arcu</a:t>
                      </a:r>
                      <a:r>
                        <a:rPr lang="en-AU" sz="1800" b="0" i="0" kern="1200">
                          <a:solidFill>
                            <a:schemeClr val="tx1"/>
                          </a:solidFill>
                          <a:effectLst/>
                          <a:latin typeface="Helvetica" pitchFamily="2" charset="0"/>
                          <a:ea typeface="+mn-ea"/>
                          <a:cs typeface="+mn-cs"/>
                        </a:rPr>
                        <a:t>. </a:t>
                      </a:r>
                      <a:endParaRPr lang="en-AU" sz="1800" b="1" i="0" kern="1200">
                        <a:solidFill>
                          <a:schemeClr val="tx1"/>
                        </a:solidFill>
                        <a:effectLst/>
                        <a:latin typeface="Helvetica" pitchFamily="2" charset="0"/>
                        <a:ea typeface="+mn-ea"/>
                        <a:cs typeface="+mn-cs"/>
                      </a:endParaRPr>
                    </a:p>
                  </a:txBody>
                  <a:tcPr marL="47625" marR="47625" marT="0" marB="0">
                    <a:lnL>
                      <a:noFill/>
                    </a:lnL>
                    <a:lnR>
                      <a:noFill/>
                    </a:lnR>
                    <a:lnT>
                      <a:noFill/>
                    </a:lnT>
                    <a:lnB>
                      <a:noFill/>
                    </a:lnB>
                  </a:tcPr>
                </a:tc>
                <a:extLst>
                  <a:ext uri="{0D108BD9-81ED-4DB2-BD59-A6C34878D82A}">
                    <a16:rowId xmlns:a16="http://schemas.microsoft.com/office/drawing/2014/main" val="2435693371"/>
                  </a:ext>
                </a:extLst>
              </a:tr>
            </a:tbl>
          </a:graphicData>
        </a:graphic>
      </p:graphicFrame>
      <p:graphicFrame>
        <p:nvGraphicFramePr>
          <p:cNvPr id="9" name="Table 8">
            <a:extLst>
              <a:ext uri="{FF2B5EF4-FFF2-40B4-BE49-F238E27FC236}">
                <a16:creationId xmlns:a16="http://schemas.microsoft.com/office/drawing/2014/main" id="{B7A5C6D3-5C3E-D8E9-CD3B-51E8D7E183D2}"/>
              </a:ext>
            </a:extLst>
          </p:cNvPr>
          <p:cNvGraphicFramePr>
            <a:graphicFrameLocks noGrp="1"/>
          </p:cNvGraphicFramePr>
          <p:nvPr>
            <p:extLst>
              <p:ext uri="{D42A27DB-BD31-4B8C-83A1-F6EECF244321}">
                <p14:modId xmlns:p14="http://schemas.microsoft.com/office/powerpoint/2010/main" val="248550571"/>
              </p:ext>
            </p:extLst>
          </p:nvPr>
        </p:nvGraphicFramePr>
        <p:xfrm>
          <a:off x="6213492" y="1904967"/>
          <a:ext cx="4198521" cy="2072737"/>
        </p:xfrm>
        <a:graphic>
          <a:graphicData uri="http://schemas.openxmlformats.org/drawingml/2006/table">
            <a:tbl>
              <a:tblPr/>
              <a:tblGrid>
                <a:gridCol w="4198521">
                  <a:extLst>
                    <a:ext uri="{9D8B030D-6E8A-4147-A177-3AD203B41FA5}">
                      <a16:colId xmlns:a16="http://schemas.microsoft.com/office/drawing/2014/main" val="844280673"/>
                    </a:ext>
                  </a:extLst>
                </a:gridCol>
              </a:tblGrid>
              <a:tr h="2072737">
                <a:tc>
                  <a:txBody>
                    <a:bodyPr/>
                    <a:lstStyle/>
                    <a:p>
                      <a:pPr marL="800100" lvl="1" indent="-342900">
                        <a:spcBef>
                          <a:spcPts val="600"/>
                        </a:spcBef>
                        <a:spcAft>
                          <a:spcPts val="600"/>
                        </a:spcAft>
                        <a:buFont typeface="Arial" panose="020B0604020202020204" pitchFamily="34" charset="0"/>
                        <a:buChar char="•"/>
                      </a:pPr>
                      <a:r>
                        <a:rPr lang="en-AU" sz="1800" b="0" i="0" kern="1200">
                          <a:solidFill>
                            <a:schemeClr val="tx1"/>
                          </a:solidFill>
                          <a:effectLst/>
                          <a:latin typeface="Helvetica" pitchFamily="2" charset="0"/>
                          <a:ea typeface="+mn-ea"/>
                          <a:cs typeface="+mn-cs"/>
                        </a:rPr>
                        <a:t>Lorem ipsum </a:t>
                      </a:r>
                      <a:r>
                        <a:rPr lang="en-AU" sz="1800" b="0" i="0" kern="1200" err="1">
                          <a:solidFill>
                            <a:schemeClr val="tx1"/>
                          </a:solidFill>
                          <a:effectLst/>
                          <a:latin typeface="Helvetica" pitchFamily="2" charset="0"/>
                          <a:ea typeface="+mn-ea"/>
                          <a:cs typeface="+mn-cs"/>
                        </a:rPr>
                        <a:t>dolor</a:t>
                      </a:r>
                      <a:r>
                        <a:rPr lang="en-AU" sz="1800" b="0" i="0" kern="1200">
                          <a:solidFill>
                            <a:schemeClr val="tx1"/>
                          </a:solidFill>
                          <a:effectLst/>
                          <a:latin typeface="Helvetica" pitchFamily="2" charset="0"/>
                          <a:ea typeface="+mn-ea"/>
                          <a:cs typeface="+mn-cs"/>
                        </a:rPr>
                        <a:t> sit </a:t>
                      </a:r>
                      <a:r>
                        <a:rPr lang="en-AU" sz="1800" b="0" i="0" kern="1200" err="1">
                          <a:solidFill>
                            <a:schemeClr val="tx1"/>
                          </a:solidFill>
                          <a:effectLst/>
                          <a:latin typeface="Helvetica" pitchFamily="2" charset="0"/>
                          <a:ea typeface="+mn-ea"/>
                          <a:cs typeface="+mn-cs"/>
                        </a:rPr>
                        <a:t>amet</a:t>
                      </a:r>
                      <a:endParaRPr lang="en-AU" sz="1800" b="0" i="0" kern="1200">
                        <a:solidFill>
                          <a:schemeClr val="tx1"/>
                        </a:solidFill>
                        <a:effectLst/>
                        <a:latin typeface="Helvetica" pitchFamily="2" charset="0"/>
                        <a:ea typeface="+mn-ea"/>
                        <a:cs typeface="+mn-cs"/>
                      </a:endParaRPr>
                    </a:p>
                    <a:p>
                      <a:pPr marL="800100" lvl="1" indent="-342900">
                        <a:spcBef>
                          <a:spcPts val="600"/>
                        </a:spcBef>
                        <a:spcAft>
                          <a:spcPts val="600"/>
                        </a:spcAft>
                        <a:buFont typeface="Arial" panose="020B0604020202020204" pitchFamily="34" charset="0"/>
                        <a:buChar char="•"/>
                      </a:pPr>
                      <a:r>
                        <a:rPr lang="en-AU" sz="1800" b="0" i="0" kern="1200">
                          <a:solidFill>
                            <a:schemeClr val="tx1"/>
                          </a:solidFill>
                          <a:effectLst/>
                          <a:latin typeface="Helvetica" pitchFamily="2" charset="0"/>
                          <a:ea typeface="+mn-ea"/>
                          <a:cs typeface="+mn-cs"/>
                        </a:rPr>
                        <a:t>Lorem ipsum </a:t>
                      </a:r>
                      <a:r>
                        <a:rPr lang="en-AU" sz="1800" b="0" i="0" kern="1200" err="1">
                          <a:solidFill>
                            <a:schemeClr val="tx1"/>
                          </a:solidFill>
                          <a:effectLst/>
                          <a:latin typeface="Helvetica" pitchFamily="2" charset="0"/>
                          <a:ea typeface="+mn-ea"/>
                          <a:cs typeface="+mn-cs"/>
                        </a:rPr>
                        <a:t>dolor</a:t>
                      </a:r>
                      <a:r>
                        <a:rPr lang="en-AU" sz="1800" b="0" i="0" kern="1200">
                          <a:solidFill>
                            <a:schemeClr val="tx1"/>
                          </a:solidFill>
                          <a:effectLst/>
                          <a:latin typeface="Helvetica" pitchFamily="2" charset="0"/>
                          <a:ea typeface="+mn-ea"/>
                          <a:cs typeface="+mn-cs"/>
                        </a:rPr>
                        <a:t> sit </a:t>
                      </a:r>
                      <a:r>
                        <a:rPr lang="en-AU" sz="1800" b="0" i="0" kern="1200" err="1">
                          <a:solidFill>
                            <a:schemeClr val="tx1"/>
                          </a:solidFill>
                          <a:effectLst/>
                          <a:latin typeface="Helvetica" pitchFamily="2" charset="0"/>
                          <a:ea typeface="+mn-ea"/>
                          <a:cs typeface="+mn-cs"/>
                        </a:rPr>
                        <a:t>amet</a:t>
                      </a:r>
                      <a:endParaRPr lang="en-AU" sz="1800" b="0" i="0" kern="1200">
                        <a:solidFill>
                          <a:schemeClr val="tx1"/>
                        </a:solidFill>
                        <a:effectLst/>
                        <a:latin typeface="Helvetica" pitchFamily="2" charset="0"/>
                        <a:ea typeface="+mn-ea"/>
                        <a:cs typeface="+mn-cs"/>
                      </a:endParaRPr>
                    </a:p>
                    <a:p>
                      <a:pPr marL="800100" lvl="1" indent="-342900">
                        <a:spcBef>
                          <a:spcPts val="600"/>
                        </a:spcBef>
                        <a:spcAft>
                          <a:spcPts val="600"/>
                        </a:spcAft>
                        <a:buFont typeface="Arial" panose="020B0604020202020204" pitchFamily="34" charset="0"/>
                        <a:buChar char="•"/>
                      </a:pPr>
                      <a:r>
                        <a:rPr lang="en-AU" sz="1800" b="0" i="0" kern="1200">
                          <a:solidFill>
                            <a:schemeClr val="tx1"/>
                          </a:solidFill>
                          <a:effectLst/>
                          <a:latin typeface="Helvetica" pitchFamily="2" charset="0"/>
                          <a:ea typeface="+mn-ea"/>
                          <a:cs typeface="+mn-cs"/>
                        </a:rPr>
                        <a:t>Lorem ipsum </a:t>
                      </a:r>
                      <a:r>
                        <a:rPr lang="en-AU" sz="1800" b="0" i="0" kern="1200" err="1">
                          <a:solidFill>
                            <a:schemeClr val="tx1"/>
                          </a:solidFill>
                          <a:effectLst/>
                          <a:latin typeface="Helvetica" pitchFamily="2" charset="0"/>
                          <a:ea typeface="+mn-ea"/>
                          <a:cs typeface="+mn-cs"/>
                        </a:rPr>
                        <a:t>dolor</a:t>
                      </a:r>
                      <a:r>
                        <a:rPr lang="en-AU" sz="1800" b="0" i="0" kern="1200">
                          <a:solidFill>
                            <a:schemeClr val="tx1"/>
                          </a:solidFill>
                          <a:effectLst/>
                          <a:latin typeface="Helvetica" pitchFamily="2" charset="0"/>
                          <a:ea typeface="+mn-ea"/>
                          <a:cs typeface="+mn-cs"/>
                        </a:rPr>
                        <a:t> sit </a:t>
                      </a:r>
                      <a:r>
                        <a:rPr lang="en-AU" sz="1800" b="0" i="0" kern="1200" err="1">
                          <a:solidFill>
                            <a:schemeClr val="tx1"/>
                          </a:solidFill>
                          <a:effectLst/>
                          <a:latin typeface="Helvetica" pitchFamily="2" charset="0"/>
                          <a:ea typeface="+mn-ea"/>
                          <a:cs typeface="+mn-cs"/>
                        </a:rPr>
                        <a:t>amet</a:t>
                      </a:r>
                      <a:endParaRPr lang="en-AU" sz="1800" b="0" i="0" kern="1200">
                        <a:solidFill>
                          <a:schemeClr val="tx1"/>
                        </a:solidFill>
                        <a:effectLst/>
                        <a:latin typeface="Helvetica" pitchFamily="2" charset="0"/>
                        <a:ea typeface="+mn-ea"/>
                        <a:cs typeface="+mn-cs"/>
                      </a:endParaRPr>
                    </a:p>
                    <a:p>
                      <a:pPr marL="800100" lvl="1" indent="-342900">
                        <a:spcBef>
                          <a:spcPts val="600"/>
                        </a:spcBef>
                        <a:spcAft>
                          <a:spcPts val="600"/>
                        </a:spcAft>
                        <a:buFont typeface="Arial" panose="020B0604020202020204" pitchFamily="34" charset="0"/>
                        <a:buChar char="•"/>
                      </a:pPr>
                      <a:r>
                        <a:rPr lang="en-AU" sz="1800" b="0" i="0" kern="1200">
                          <a:solidFill>
                            <a:schemeClr val="tx1"/>
                          </a:solidFill>
                          <a:effectLst/>
                          <a:latin typeface="Helvetica" pitchFamily="2" charset="0"/>
                          <a:ea typeface="+mn-ea"/>
                          <a:cs typeface="+mn-cs"/>
                        </a:rPr>
                        <a:t>Lorem ipsum </a:t>
                      </a:r>
                      <a:r>
                        <a:rPr lang="en-AU" sz="1800" b="0" i="0" kern="1200" err="1">
                          <a:solidFill>
                            <a:schemeClr val="tx1"/>
                          </a:solidFill>
                          <a:effectLst/>
                          <a:latin typeface="Helvetica" pitchFamily="2" charset="0"/>
                          <a:ea typeface="+mn-ea"/>
                          <a:cs typeface="+mn-cs"/>
                        </a:rPr>
                        <a:t>dolor</a:t>
                      </a:r>
                      <a:r>
                        <a:rPr lang="en-AU" sz="1800" b="0" i="0" kern="1200">
                          <a:solidFill>
                            <a:schemeClr val="tx1"/>
                          </a:solidFill>
                          <a:effectLst/>
                          <a:latin typeface="Helvetica" pitchFamily="2" charset="0"/>
                          <a:ea typeface="+mn-ea"/>
                          <a:cs typeface="+mn-cs"/>
                        </a:rPr>
                        <a:t> sit </a:t>
                      </a:r>
                      <a:r>
                        <a:rPr lang="en-AU" sz="1800" b="0" i="0" kern="1200" err="1">
                          <a:solidFill>
                            <a:schemeClr val="tx1"/>
                          </a:solidFill>
                          <a:effectLst/>
                          <a:latin typeface="Helvetica" pitchFamily="2" charset="0"/>
                          <a:ea typeface="+mn-ea"/>
                          <a:cs typeface="+mn-cs"/>
                        </a:rPr>
                        <a:t>amet</a:t>
                      </a:r>
                      <a:endParaRPr lang="en-US" sz="1800" b="0" i="0">
                        <a:latin typeface="Helvetica" pitchFamily="2" charset="0"/>
                        <a:cs typeface="Arial" panose="020B0604020202020204" pitchFamily="34" charset="0"/>
                      </a:endParaRPr>
                    </a:p>
                  </a:txBody>
                  <a:tcPr marL="47625" marR="47625" marT="0" marB="0">
                    <a:lnL>
                      <a:noFill/>
                    </a:lnL>
                    <a:lnR>
                      <a:noFill/>
                    </a:lnR>
                    <a:lnT>
                      <a:noFill/>
                    </a:lnT>
                    <a:lnB>
                      <a:noFill/>
                    </a:lnB>
                  </a:tcPr>
                </a:tc>
                <a:extLst>
                  <a:ext uri="{0D108BD9-81ED-4DB2-BD59-A6C34878D82A}">
                    <a16:rowId xmlns:a16="http://schemas.microsoft.com/office/drawing/2014/main" val="2435693371"/>
                  </a:ext>
                </a:extLst>
              </a:tr>
            </a:tbl>
          </a:graphicData>
        </a:graphic>
      </p:graphicFrame>
      <p:sp>
        <p:nvSpPr>
          <p:cNvPr id="2" name="Rectangle 1">
            <a:extLst>
              <a:ext uri="{FF2B5EF4-FFF2-40B4-BE49-F238E27FC236}">
                <a16:creationId xmlns:a16="http://schemas.microsoft.com/office/drawing/2014/main" id="{5020081F-7704-E289-8C62-5155577A10E4}"/>
              </a:ext>
            </a:extLst>
          </p:cNvPr>
          <p:cNvSpPr/>
          <p:nvPr/>
        </p:nvSpPr>
        <p:spPr>
          <a:xfrm>
            <a:off x="363899" y="645024"/>
            <a:ext cx="4589749" cy="461665"/>
          </a:xfrm>
          <a:prstGeom prst="rect">
            <a:avLst/>
          </a:prstGeom>
        </p:spPr>
        <p:txBody>
          <a:bodyPr wrap="square">
            <a:spAutoFit/>
          </a:bodyPr>
          <a:lstStyle/>
          <a:p>
            <a:r>
              <a:rPr lang="en-AU" sz="2400" b="1">
                <a:solidFill>
                  <a:srgbClr val="3C657D"/>
                </a:solidFill>
                <a:effectLst/>
                <a:latin typeface="Helvetica" pitchFamily="2" charset="0"/>
              </a:rPr>
              <a:t>Heading</a:t>
            </a:r>
            <a:endParaRPr lang="en-AU" sz="2400" b="1">
              <a:solidFill>
                <a:srgbClr val="3C657D"/>
              </a:solidFill>
              <a:latin typeface="Arial" panose="020B0604020202020204" pitchFamily="34" charset="0"/>
            </a:endParaRPr>
          </a:p>
        </p:txBody>
      </p:sp>
      <p:pic>
        <p:nvPicPr>
          <p:cNvPr id="3" name="Picture 2">
            <a:extLst>
              <a:ext uri="{FF2B5EF4-FFF2-40B4-BE49-F238E27FC236}">
                <a16:creationId xmlns:a16="http://schemas.microsoft.com/office/drawing/2014/main" id="{8523E8FD-892F-2E3D-86CA-085BF0A482A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7175" y="6281008"/>
            <a:ext cx="3750465" cy="370879"/>
          </a:xfrm>
          <a:prstGeom prst="rect">
            <a:avLst/>
          </a:prstGeom>
        </p:spPr>
      </p:pic>
    </p:spTree>
    <p:extLst>
      <p:ext uri="{BB962C8B-B14F-4D97-AF65-F5344CB8AC3E}">
        <p14:creationId xmlns:p14="http://schemas.microsoft.com/office/powerpoint/2010/main" val="1067463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FA22D7-F70D-547E-B9A6-BAB7DC78DD7F}"/>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0" y="0"/>
            <a:ext cx="12354560" cy="6949440"/>
          </a:xfrm>
          <a:prstGeom prst="rect">
            <a:avLst/>
          </a:prstGeom>
        </p:spPr>
      </p:pic>
    </p:spTree>
    <p:extLst>
      <p:ext uri="{BB962C8B-B14F-4D97-AF65-F5344CB8AC3E}">
        <p14:creationId xmlns:p14="http://schemas.microsoft.com/office/powerpoint/2010/main" val="3395190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83BE57-EF8A-E452-AE66-C6466318B389}"/>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405203" y="183712"/>
            <a:ext cx="5085897" cy="3819196"/>
          </a:xfrm>
          <a:prstGeom prst="rect">
            <a:avLst/>
          </a:prstGeom>
        </p:spPr>
      </p:pic>
      <p:pic>
        <p:nvPicPr>
          <p:cNvPr id="6" name="Picture 5">
            <a:extLst>
              <a:ext uri="{FF2B5EF4-FFF2-40B4-BE49-F238E27FC236}">
                <a16:creationId xmlns:a16="http://schemas.microsoft.com/office/drawing/2014/main" id="{DEB01755-5B3E-9E0B-4F1F-4490730D370C}"/>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6218932" y="296355"/>
            <a:ext cx="5085896" cy="3819196"/>
          </a:xfrm>
          <a:prstGeom prst="rect">
            <a:avLst/>
          </a:prstGeom>
        </p:spPr>
      </p:pic>
      <p:pic>
        <p:nvPicPr>
          <p:cNvPr id="7" name="Picture 6">
            <a:extLst>
              <a:ext uri="{FF2B5EF4-FFF2-40B4-BE49-F238E27FC236}">
                <a16:creationId xmlns:a16="http://schemas.microsoft.com/office/drawing/2014/main" id="{4261DF23-125E-5C8C-B6CB-CEE33BA56776}"/>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010104" y="2855093"/>
            <a:ext cx="5085896" cy="3819195"/>
          </a:xfrm>
          <a:prstGeom prst="rect">
            <a:avLst/>
          </a:prstGeom>
        </p:spPr>
      </p:pic>
      <p:pic>
        <p:nvPicPr>
          <p:cNvPr id="8" name="Picture 7">
            <a:extLst>
              <a:ext uri="{FF2B5EF4-FFF2-40B4-BE49-F238E27FC236}">
                <a16:creationId xmlns:a16="http://schemas.microsoft.com/office/drawing/2014/main" id="{F806D751-F61F-CEB8-3047-7E3D7540303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6700902" y="2617879"/>
            <a:ext cx="5085894" cy="3819195"/>
          </a:xfrm>
          <a:prstGeom prst="rect">
            <a:avLst/>
          </a:prstGeom>
        </p:spPr>
      </p:pic>
      <p:sp>
        <p:nvSpPr>
          <p:cNvPr id="9" name="Rectangle 8">
            <a:extLst>
              <a:ext uri="{FF2B5EF4-FFF2-40B4-BE49-F238E27FC236}">
                <a16:creationId xmlns:a16="http://schemas.microsoft.com/office/drawing/2014/main" id="{0A730FF0-303A-DF2E-E297-CD7FA24F459D}"/>
              </a:ext>
            </a:extLst>
          </p:cNvPr>
          <p:cNvSpPr/>
          <p:nvPr/>
        </p:nvSpPr>
        <p:spPr>
          <a:xfrm>
            <a:off x="3973792" y="111689"/>
            <a:ext cx="4724936" cy="369332"/>
          </a:xfrm>
          <a:prstGeom prst="rect">
            <a:avLst/>
          </a:prstGeom>
        </p:spPr>
        <p:txBody>
          <a:bodyPr wrap="square">
            <a:spAutoFit/>
          </a:bodyPr>
          <a:lstStyle/>
          <a:p>
            <a:pPr algn="ctr"/>
            <a:r>
              <a:rPr lang="en-AU" b="1" dirty="0">
                <a:solidFill>
                  <a:srgbClr val="FF40FF"/>
                </a:solidFill>
                <a:effectLst/>
                <a:latin typeface="Helvetica" pitchFamily="2" charset="0"/>
              </a:rPr>
              <a:t>Alternate cover images</a:t>
            </a:r>
            <a:endParaRPr lang="en-AU" b="1" dirty="0">
              <a:solidFill>
                <a:srgbClr val="FF40FF"/>
              </a:solidFill>
              <a:latin typeface="Arial" panose="020B0604020202020204" pitchFamily="34" charset="0"/>
            </a:endParaRPr>
          </a:p>
        </p:txBody>
      </p:sp>
    </p:spTree>
    <p:extLst>
      <p:ext uri="{BB962C8B-B14F-4D97-AF65-F5344CB8AC3E}">
        <p14:creationId xmlns:p14="http://schemas.microsoft.com/office/powerpoint/2010/main" val="597198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96A8B1C6B08294A8CE5300317D4A26D" ma:contentTypeVersion="16" ma:contentTypeDescription="Create a new document." ma:contentTypeScope="" ma:versionID="cbc221d24af3267a75ed72dc8c01be4c">
  <xsd:schema xmlns:xsd="http://www.w3.org/2001/XMLSchema" xmlns:xs="http://www.w3.org/2001/XMLSchema" xmlns:p="http://schemas.microsoft.com/office/2006/metadata/properties" xmlns:ns2="ab26ec46-c9bf-43cb-972a-37c821e60c70" xmlns:ns3="3bf6b32b-dce9-4a9c-9d7f-90b21b3200b4" targetNamespace="http://schemas.microsoft.com/office/2006/metadata/properties" ma:root="true" ma:fieldsID="78984c181c5d94c54528a675dcfa58bd" ns2:_="" ns3:_="">
    <xsd:import namespace="ab26ec46-c9bf-43cb-972a-37c821e60c70"/>
    <xsd:import namespace="3bf6b32b-dce9-4a9c-9d7f-90b21b3200b4"/>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26ec46-c9bf-43cb-972a-37c821e60c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3be76f96-e7f0-4e7c-b4d8-bf0f4c547e18"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bf6b32b-dce9-4a9c-9d7f-90b21b3200b4"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f859e4d7-21fc-4ac2-80a3-0d4c6cd60668}" ma:internalName="TaxCatchAll" ma:showField="CatchAllData" ma:web="3bf6b32b-dce9-4a9c-9d7f-90b21b3200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b26ec46-c9bf-43cb-972a-37c821e60c70">
      <Terms xmlns="http://schemas.microsoft.com/office/infopath/2007/PartnerControls"/>
    </lcf76f155ced4ddcb4097134ff3c332f>
    <TaxCatchAll xmlns="3bf6b32b-dce9-4a9c-9d7f-90b21b3200b4" xsi:nil="true"/>
  </documentManagement>
</p:properties>
</file>

<file path=customXml/itemProps1.xml><?xml version="1.0" encoding="utf-8"?>
<ds:datastoreItem xmlns:ds="http://schemas.openxmlformats.org/officeDocument/2006/customXml" ds:itemID="{33616531-E04C-42F3-89D2-61D4C73E406E}">
  <ds:schemaRefs>
    <ds:schemaRef ds:uri="http://schemas.microsoft.com/sharepoint/v3/contenttype/forms"/>
  </ds:schemaRefs>
</ds:datastoreItem>
</file>

<file path=customXml/itemProps2.xml><?xml version="1.0" encoding="utf-8"?>
<ds:datastoreItem xmlns:ds="http://schemas.openxmlformats.org/officeDocument/2006/customXml" ds:itemID="{EEBCC040-AE50-4207-AE3A-E82F89516846}"/>
</file>

<file path=customXml/itemProps3.xml><?xml version="1.0" encoding="utf-8"?>
<ds:datastoreItem xmlns:ds="http://schemas.openxmlformats.org/officeDocument/2006/customXml" ds:itemID="{ACA51753-7C57-477A-8C7B-26752F59E9F5}">
  <ds:schemaRefs>
    <ds:schemaRef ds:uri="8e4df952-b51f-44bb-b00b-4abce876563b"/>
    <ds:schemaRef ds:uri="http://purl.org/dc/terms/"/>
    <ds:schemaRef ds:uri="http://schemas.microsoft.com/office/infopath/2007/PartnerControls"/>
    <ds:schemaRef ds:uri="fcd81a4b-23cc-4926-a456-4127b779fd30"/>
    <ds:schemaRef ds:uri="http://purl.org/dc/elements/1.1/"/>
    <ds:schemaRef ds:uri="http://www.w3.org/XML/1998/namespace"/>
    <ds:schemaRef ds:uri="http://purl.org/dc/dcmitype/"/>
    <ds:schemaRef ds:uri="http://schemas.microsoft.com/office/2006/documentManagement/type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156</TotalTime>
  <Words>801</Words>
  <Application>Microsoft Macintosh PowerPoint</Application>
  <PresentationFormat>Widescreen</PresentationFormat>
  <Paragraphs>121</Paragraphs>
  <Slides>25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Helvetica</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Indi Hodgson-Johnston</dc:creator>
  <cp:lastModifiedBy>Julia Scott</cp:lastModifiedBy>
  <cp:revision>21</cp:revision>
  <dcterms:created xsi:type="dcterms:W3CDTF">2018-06-26T10:23:37Z</dcterms:created>
  <dcterms:modified xsi:type="dcterms:W3CDTF">2026-02-18T00:28:24Z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0x010100E96A8B1C6B08294A8CE5300317D4A26D</vt:lpwstr>
  </property>
  <property fmtid="{D5CDD505-2E9C-101B-9397-08002B2CF9AE}" pid="3" name="MediaServiceImageTags">
    <vt:lpwstr/>
  </property>
</Properties>
</file>